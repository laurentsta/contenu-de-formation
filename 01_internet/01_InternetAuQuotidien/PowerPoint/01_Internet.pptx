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60" r:id="rId6"/>
    <p:sldId id="261" r:id="rId7"/>
    <p:sldId id="262" r:id="rId8"/>
    <p:sldId id="263" r:id="rId9"/>
  </p:sldIdLst>
  <p:sldSz cx="12192000" cy="6858000"/>
  <p:notesSz cx="6858000" cy="9144000"/>
  <p:custDataLst>
    <p:tags r:id="rId11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461"/>
    <a:srgbClr val="E94D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72947" autoAdjust="0"/>
  </p:normalViewPr>
  <p:slideViewPr>
    <p:cSldViewPr snapToGrid="0">
      <p:cViewPr>
        <p:scale>
          <a:sx n="75" d="100"/>
          <a:sy n="75" d="100"/>
        </p:scale>
        <p:origin x="72" y="9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gs" Target="tags/tag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0646F9-18C4-491B-9EE8-137271208755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29FC06-B6BB-4A8B-B0E4-71D69A40CA9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54113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754632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6EC25D-71CE-67CC-48BC-86E4259B2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395ADDB-AC9D-698A-8DA2-A8B88A77A0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DD1829B-4C3E-E9D1-CAD1-6E48BCD777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E090677-48EF-5E9C-7843-0EECDA55B5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46258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3137D7-796C-243D-0C48-4F1DFCBF8B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95EABF0-719F-47B1-5C33-FD6E6B2A44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E0B6DEF-A0C1-3A65-CB66-32F84B2C68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4094568-39D0-67B7-C775-A8D70BCD2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533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29E07E-0769-355F-0ADC-73AF2877A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72335B0-C4BA-C3B0-93DB-AECFA19DF7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8DC1A7-DD96-9380-60C3-25C956D23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727221C-00AB-D836-5858-814B12BCE8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415112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F4DBA2-52FD-A2CB-7CAA-8B325FBBF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CD5D525-24B0-D55D-03EF-345755BA2B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706E72F-3AA4-D518-67D4-34F0FCD99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3431996-93B7-8B3E-36B1-AE644018E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29FC06-B6BB-4A8B-B0E4-71D69A40CA90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3822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19C6B0-48ED-2AC7-BB0C-B042E71E12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5818CA7D-4F74-065A-F475-61B65B70CE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2B218DD-2F05-2B91-D7F8-4E2BDDE48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4DFFF8-75F3-5D48-759F-E0C8823CF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B71C0CE-EB04-A872-E08D-B6CCDEE94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86691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495DD5-CC29-1CBE-3A3E-2C7E7B9362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676AA16-771B-4177-4BA7-FEB4BD5AA3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3C2B19F-9D19-1D95-AE9D-74787DEB72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89D396-B138-641A-190D-EE9A8C203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603A21-6502-12D1-C119-9F92C9389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36945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60C4D-A705-4896-0A81-3E973B750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DF4C8EA-6468-0934-3789-B842A15298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794DF4E-ABB9-DC5E-C1D2-6BB4F0542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A9F15DF-CE33-A697-CD99-5B39BC61CA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8C6108-324C-28F1-C778-F87234E01E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68155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09D774-592F-4C51-E5C5-F74EFA622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EF42367-8D0E-549E-2B97-F82BDF7E71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03FD7B09-A91A-A254-2ED7-11B372C03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04FB5A0-398A-B9E6-5C5E-672DF40D1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F929414-1FDD-80C7-CAC6-33B1A6227B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5AA561-9CB0-DA61-1450-7A55C939B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49074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0931E3D-0BA3-DDEE-566D-6D3C178B2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843E56C-F809-58A1-8C98-01ED9708CC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76EF871-62AF-9493-8790-934FEE1641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67271BD-17A3-1A9B-DCA9-BA699E5914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544DE3C-3622-C480-8ED6-92091CB608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7B28EE8-428E-6258-1E40-839970B151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D9DD557F-E5A9-35DF-4BCD-9F93F253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1AA1D9F-77F4-3276-52B4-FFB2F54F9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52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2EFDE3-0D41-D829-8EAD-995ED5E8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6DB1557-92A1-D2A7-B21A-D99AE351F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8719401-7700-55AA-06F4-67CBB9327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D7611CA-C0E4-D9CD-7FB7-9C8CBA28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0509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81A9B5-1259-E0B3-EB0E-B2321C272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6488BB88-D32C-47E4-67A8-505430B94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6C96EBD-08E8-2E4D-7AFD-823747933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411132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67BB4CE-4796-C8AE-6F1A-30298C88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F8C9216-9D33-7E9B-0B2A-F24EFE378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A45A77-2B0F-5064-BCA9-189DACA3C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884B160-805F-8BE9-B6F8-E80805D46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4470C2D-716F-72EC-94DD-AC6CFC7AC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CF0609F-6DFC-A69F-617F-663B18B11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389174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7576A2F-9AD3-8A79-A866-EC4A9C2F9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29E2D3B7-05D0-EFE0-DDCF-5D5E57DE08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5F797888-5CC0-952B-FA37-1C2B372FF1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DB0AFF3-67D7-5388-8613-6FE60D610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4EB51B3-3D37-D926-FA07-F5E3233B4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5198A3F-FD23-1966-6C80-25F4DAC4F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44696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BDF0CA7-0129-F5E8-9129-3E6CBEF3E6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4D8DA917-1D85-EEAE-D2DA-691D5C0C3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D72FF14-09DC-3740-4674-62657137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E011395-5849-0E55-110F-010FA1805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A0AFBA-2006-5990-DC13-0EA2092AC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5477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D6F5847-9D38-EA8E-18C2-6CF2FE7B4D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1C6A230-A151-345A-0A8E-87B23C3DF5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59525BE-F855-7CE6-9FC8-964E7C9C3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D0BC067-E48E-2797-11FD-9A100144AF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161CCF-CEE8-23C0-AB31-FA1722094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28182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5000"/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t="-39000" b="-3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CD7EB1F-B8C4-7128-487A-B0EC546C7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F486468-1F3A-9B87-A71E-B955E8828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45733E-ECE7-2F05-EBDA-9F435792C3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D0F70F-2FE8-4D38-AF01-11B4F02E07C3}" type="datetimeFigureOut">
              <a:rPr lang="fr-FR" smtClean="0"/>
              <a:t>28/02/2026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6CBB3BF-C11F-5071-EDA4-FECCE9D1A9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0D97757-DD55-34BE-D607-92FF45FA6F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EE7868-D782-40CC-8722-52ABACAAD5C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8517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5" Type="http://schemas.openxmlformats.org/officeDocument/2006/relationships/hyperlink" Target="https://info.cern.ch/hypertext/WWW/TheProject.html" TargetMode="Externa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>
            <a:extLst>
              <a:ext uri="{FF2B5EF4-FFF2-40B4-BE49-F238E27FC236}">
                <a16:creationId xmlns:a16="http://schemas.microsoft.com/office/drawing/2014/main" id="{1DDCF786-89F5-C4DA-FCFE-972FFDC490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90846" y="6216805"/>
            <a:ext cx="6132977" cy="329610"/>
          </a:xfrm>
        </p:spPr>
        <p:txBody>
          <a:bodyPr>
            <a:normAutofit fontScale="62500" lnSpcReduction="20000"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lang="fr-FR" sz="1000" dirty="0"/>
              <a:t>Document sous licence® créé par Laurent Staelens exclusivement réservé au site </a:t>
            </a:r>
            <a:r>
              <a:rPr lang="fr-FR" sz="1000" dirty="0" err="1"/>
              <a:t>Onéduc.Fr</a:t>
            </a:r>
            <a:endParaRPr lang="fr-FR" sz="1000" dirty="0"/>
          </a:p>
          <a:p>
            <a:pPr algn="l">
              <a:lnSpc>
                <a:spcPct val="150000"/>
              </a:lnSpc>
              <a:spcAft>
                <a:spcPts val="800"/>
              </a:spcAft>
            </a:pPr>
            <a:endParaRPr lang="fr-FR" sz="1000" dirty="0"/>
          </a:p>
          <a:p>
            <a:pPr algn="l"/>
            <a:endParaRPr lang="fr-FR" dirty="0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BFBE7FF2-2ECD-3BE2-40D3-8D945BB8364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3533" y="2235200"/>
            <a:ext cx="10000200" cy="2387600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fr-FR" dirty="0">
                <a:solidFill>
                  <a:srgbClr val="004461"/>
                </a:solidFill>
                <a:latin typeface="Raleway" pitchFamily="2" charset="0"/>
              </a:rPr>
              <a:t>Qu’est-ce qu’Internet ?</a:t>
            </a:r>
            <a:br>
              <a:rPr lang="fr-FR" dirty="0">
                <a:solidFill>
                  <a:srgbClr val="004461"/>
                </a:solidFill>
                <a:latin typeface="Raleway" pitchFamily="2" charset="0"/>
              </a:rPr>
            </a:br>
            <a:r>
              <a:rPr lang="fr-FR" dirty="0">
                <a:solidFill>
                  <a:srgbClr val="E94D2A"/>
                </a:solidFill>
                <a:latin typeface="New Rubrik" pitchFamily="50" charset="0"/>
              </a:rPr>
              <a:t>Internet</a:t>
            </a:r>
          </a:p>
        </p:txBody>
      </p:sp>
      <p:pic>
        <p:nvPicPr>
          <p:cNvPr id="18" name="Graphique 17">
            <a:extLst>
              <a:ext uri="{FF2B5EF4-FFF2-40B4-BE49-F238E27FC236}">
                <a16:creationId xmlns:a16="http://schemas.microsoft.com/office/drawing/2014/main" id="{A4A2A3E8-F487-D90E-60FD-768C397E9A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6869" y="195147"/>
            <a:ext cx="3145333" cy="107116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6076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10FC14-31D7-8438-E7DE-36BD4332B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7EB17A2E-330F-2F64-BF84-6617EE6CCAFB}"/>
              </a:ext>
            </a:extLst>
          </p:cNvPr>
          <p:cNvSpPr txBox="1"/>
          <p:nvPr/>
        </p:nvSpPr>
        <p:spPr>
          <a:xfrm>
            <a:off x="733097" y="591952"/>
            <a:ext cx="8775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Pourquoi Internet a été créé ?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ED115A2-89A1-24F5-2D0F-88FFC9EF75A9}"/>
              </a:ext>
            </a:extLst>
          </p:cNvPr>
          <p:cNvSpPr txBox="1"/>
          <p:nvPr/>
        </p:nvSpPr>
        <p:spPr>
          <a:xfrm>
            <a:off x="733097" y="1554540"/>
            <a:ext cx="5464503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Internet n’a pas été créé pour regarder des vidéos.</a:t>
            </a:r>
          </a:p>
          <a:p>
            <a:pPr>
              <a:lnSpc>
                <a:spcPct val="150000"/>
              </a:lnSpc>
              <a:buNone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Dans les </a:t>
            </a:r>
            <a:r>
              <a:rPr lang="fr-F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années 1960 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449263" indent="-271463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Contexte de guerre froide</a:t>
            </a:r>
          </a:p>
          <a:p>
            <a:pPr marL="449263" indent="-271463">
              <a:lnSpc>
                <a:spcPct val="150000"/>
              </a:lnSpc>
              <a:buClr>
                <a:srgbClr val="E94D2A"/>
              </a:buClr>
              <a:buSzPct val="150000"/>
              <a:buFont typeface="Arial" panose="020B0604020202020204" pitchFamily="34" charset="0"/>
              <a:buChar char="•"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Besoin de communication fiable</a:t>
            </a:r>
          </a:p>
          <a:p>
            <a:pPr>
              <a:lnSpc>
                <a:spcPct val="150000"/>
              </a:lnSpc>
            </a:pPr>
            <a:endParaRPr lang="fr-FR" b="1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fr-F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Objectif : 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créer un réseau résilient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Si une partie tombe, le reste continue</a:t>
            </a:r>
          </a:p>
          <a:p>
            <a:pPr>
              <a:lnSpc>
                <a:spcPct val="150000"/>
              </a:lnSpc>
              <a:buNone/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Internet naît d’un besoin de sécurité et de communication.</a:t>
            </a:r>
          </a:p>
        </p:txBody>
      </p:sp>
      <p:pic>
        <p:nvPicPr>
          <p:cNvPr id="35" name="Image 34" descr="Une image contenant conception">
            <a:extLst>
              <a:ext uri="{FF2B5EF4-FFF2-40B4-BE49-F238E27FC236}">
                <a16:creationId xmlns:a16="http://schemas.microsoft.com/office/drawing/2014/main" id="{BB80D703-536D-2345-B54D-062E0322D3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388" y="1998151"/>
            <a:ext cx="6422612" cy="466511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95823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6ECEF6-182E-2563-65CC-3546197D4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D1C1E443-9F4B-74A9-C4FF-E5E81E2D9E81}"/>
              </a:ext>
            </a:extLst>
          </p:cNvPr>
          <p:cNvSpPr txBox="1"/>
          <p:nvPr/>
        </p:nvSpPr>
        <p:spPr>
          <a:xfrm>
            <a:off x="487564" y="475820"/>
            <a:ext cx="107392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La naissance du Web (1989)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BD72F17-4606-49D1-84F6-7C26BE988864}"/>
              </a:ext>
            </a:extLst>
          </p:cNvPr>
          <p:cNvSpPr txBox="1"/>
          <p:nvPr/>
        </p:nvSpPr>
        <p:spPr>
          <a:xfrm>
            <a:off x="8576735" y="2235147"/>
            <a:ext cx="3446555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fr-FR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En 1989 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Internet existait déjà.</a:t>
            </a:r>
          </a:p>
          <a:p>
            <a:pPr>
              <a:lnSpc>
                <a:spcPct val="150000"/>
              </a:lnSpc>
            </a:pPr>
            <a:r>
              <a:rPr lang="fr-FR" b="1" dirty="0">
                <a:solidFill>
                  <a:srgbClr val="E94D2A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Tim Berners-Lee </a:t>
            </a: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travaille au CERN et crée le Web.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Il invente le HTML, HTTP et les URL</a:t>
            </a:r>
          </a:p>
          <a:p>
            <a:pPr>
              <a:lnSpc>
                <a:spcPct val="150000"/>
              </a:lnSpc>
            </a:pPr>
            <a:r>
              <a:rPr lang="fr-FR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Le Web rend Internet accessible au grand public.</a:t>
            </a:r>
          </a:p>
        </p:txBody>
      </p:sp>
      <p:pic>
        <p:nvPicPr>
          <p:cNvPr id="3" name="Image 2" descr="Une image contenant texte, homme, Appareil de présentation, balle&#10;&#10;Le contenu généré par l’IA peut être incorrect.">
            <a:extLst>
              <a:ext uri="{FF2B5EF4-FFF2-40B4-BE49-F238E27FC236}">
                <a16:creationId xmlns:a16="http://schemas.microsoft.com/office/drawing/2014/main" id="{C3237870-2E2A-90A8-06B1-52D0CB3F30F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10" y="1422949"/>
            <a:ext cx="8297958" cy="4959231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CA601F86-F172-2396-A140-D40160EB85BF}"/>
              </a:ext>
            </a:extLst>
          </p:cNvPr>
          <p:cNvSpPr txBox="1"/>
          <p:nvPr/>
        </p:nvSpPr>
        <p:spPr>
          <a:xfrm>
            <a:off x="1380067" y="634672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i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Première page mondiale : </a:t>
            </a:r>
            <a:r>
              <a:rPr lang="en-US" i="1" dirty="0">
                <a:solidFill>
                  <a:srgbClr val="00446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World Wide Web project</a:t>
            </a:r>
            <a:endParaRPr lang="fr-FR" i="1" dirty="0">
              <a:solidFill>
                <a:srgbClr val="004461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91008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8169A-2DE5-DBC7-0913-7EF1BB4C0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DA6457C8-190B-299A-90E0-2450C988445F}"/>
              </a:ext>
            </a:extLst>
          </p:cNvPr>
          <p:cNvSpPr txBox="1"/>
          <p:nvPr/>
        </p:nvSpPr>
        <p:spPr>
          <a:xfrm>
            <a:off x="733097" y="591952"/>
            <a:ext cx="8775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L’explosion des années 2000</a:t>
            </a:r>
          </a:p>
        </p:txBody>
      </p:sp>
      <p:pic>
        <p:nvPicPr>
          <p:cNvPr id="3" name="Image 2" descr="Une image contenant texte, dessin, croquis, illustration">
            <a:extLst>
              <a:ext uri="{FF2B5EF4-FFF2-40B4-BE49-F238E27FC236}">
                <a16:creationId xmlns:a16="http://schemas.microsoft.com/office/drawing/2014/main" id="{E2212B9E-A651-0E7A-4476-CC96C435B3D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284" b="30247"/>
          <a:stretch>
            <a:fillRect/>
          </a:stretch>
        </p:blipFill>
        <p:spPr>
          <a:xfrm>
            <a:off x="5410793" y="2650067"/>
            <a:ext cx="6273206" cy="399626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61815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0C145-0CB0-8809-E274-F67134B4FD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oneTexte 8">
            <a:extLst>
              <a:ext uri="{FF2B5EF4-FFF2-40B4-BE49-F238E27FC236}">
                <a16:creationId xmlns:a16="http://schemas.microsoft.com/office/drawing/2014/main" id="{938A8BF1-410A-7075-5B33-7F14337691B2}"/>
              </a:ext>
            </a:extLst>
          </p:cNvPr>
          <p:cNvSpPr txBox="1"/>
          <p:nvPr/>
        </p:nvSpPr>
        <p:spPr>
          <a:xfrm>
            <a:off x="733097" y="591952"/>
            <a:ext cx="877576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fr-FR" sz="4800" i="0" dirty="0">
                <a:solidFill>
                  <a:srgbClr val="004461"/>
                </a:solidFill>
                <a:effectLst/>
                <a:latin typeface="Raleway" pitchFamily="2" charset="0"/>
              </a:rPr>
              <a:t>Internet aujourd’hui</a:t>
            </a:r>
          </a:p>
        </p:txBody>
      </p:sp>
      <p:pic>
        <p:nvPicPr>
          <p:cNvPr id="4" name="Image 3" descr="Une image contenant texte, capture d’écran, cercle, Police&#10;&#10;Le contenu généré par l’IA peut être incorrect.">
            <a:extLst>
              <a:ext uri="{FF2B5EF4-FFF2-40B4-BE49-F238E27FC236}">
                <a16:creationId xmlns:a16="http://schemas.microsoft.com/office/drawing/2014/main" id="{57506E34-16EE-919A-B6EC-64B8033EDA6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1636" y="1197190"/>
            <a:ext cx="5635765" cy="54914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0123513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OJECT_VERSION" val="9.3"/>
  <p:tag name="ISPRING_PROJECT_FOLDER_UPDATED" val="1"/>
  <p:tag name="FLASHSPRING_ZOOM_TAG" val="100"/>
  <p:tag name="ISPRING_PRESENTATION_INFO_2" val="&lt;?xml version=&quot;1.0&quot; encoding=&quot;UTF-8&quot; standalone=&quot;no&quot; ?&gt;&#10;&lt;presentation2&gt;&#10;&#10;  &lt;slides&gt;&#10;    &lt;slide id=&quot;{4685AD90-111D-4EF9-80D1-5451E8B95AC0}&quot; pptId=&quot;256&quot;/&gt;&#10;    &lt;slide id=&quot;{8DC7BB83-BEDC-4B94-BDE0-FD4B85FA470E}&quot; pptId=&quot;257&quot;/&gt;&#10;  &lt;/slides&gt;&#10;&#10;  &lt;narration&gt;&#10;    &lt;audioTracks/&gt;&#10;    &lt;videoTracks/&gt;&#10;  &lt;/narration&gt;&#10;&#10;&lt;/presentation2&gt;&#10;"/>
  <p:tag name="ISPRING_PRESENTER_PHOTO_0" val="png|iVBORw0KGgoAAAANSUhEUgAAA+gAAAFVCAYAAAB8aMVmAAAAGXRFWHRTb2Z0d2FyZQBBZG9iZSBJ&#10;bWFnZVJlYWR5ccllPAAAdFBJREFUeNrsnU1S48jWhrNv9LzdsztrsYAbZVaAiWAOrAB7BeAVACsA&#10;VoBZAa55R2BWgCu+BaCe3Vm7V3A/HeuoEEL/Uur3eSIUVNmyfjJTqXzznDzHGAAAAAAAAAAAAAAA&#10;AAAAAAAAAAAAAAAAAAAAAAAAAAAAAAAAAAAAAAAAAAAAAAAAAAAAAAAAAAAAAAAAAAAAAAAAAAAA&#10;AAAAAAAAAAAA+MovFAEAQPv89/Q/jvdn7m3uv7//34oSAQAAABgfv1IEAACd4MXbHBXrBpEOAAAA&#10;MD7+RREAAHQCJ+HfP/GE+0Qt7QAAAACAQAcAgLrxRPcs8tEmZp+59+dvb3v3/n1FqQEAAAAMD1zc&#10;AQCaEeEisK+9betti39//79d6OtJZPddzG8fQx+dets9pQoAAAAwLLCgAwA0g4hzx9vOvO1F3NVD&#10;303DO3rifZsizo2KfAAAAABAoAMAQAl2EUF+l7WfJ87j9lt5An5JcQIAAAAg0AEAoByLyP/nngAP&#10;xPdR6PNtSJxLZPdJRJwvKEoAAAAABDoAAJRE3daj4vpKXdg/oZHao+Jcfo/lHAAAAGDA/EIRAAA0&#10;h1rNo1HYdyExvjK+C/w0Is6PI4HlAAAAAACBDgAAFUW6BH2b59wdcQ4AAAAwEnBxBwBonqXJF4ld&#10;RPkCcQ4AAAAwDrCgAwDUzH9P/yOp1ILUaBtv+6GCfOeJ7Y3uIy7tss58miLOj8Mp1wAAAAAAgQ4A&#10;AMUEugjvWY5dw2vPo7i6iUD/J/Ld1hPua0oaAAAAAIEOAADpAv3G+3Nt+TS3nki/obQBAAAAhgNr&#10;0AEAakaFs6RUWxnfCm6DI0oaAAAAYFhgQQcAaID/nv5npv+UNed/mK+p1pLYmHh3+XPc3AEAAACG&#10;xa8UAQCAfULB4WTd+WOBn7reb5lMBQAAABgBuLgDADSEJ87Fap4WuV1YRP4/D1nfAQAAAACBDgAA&#10;FYT5mUZ2vzOfo7aLNf2Tm/q/v//fKkakkwcdAAAAAIEOAAAVxbkI8mfzdR25pE87NH6OdBMj0s9V&#10;vJ+TCx0AAABgHLAGHQDALk7MZz9TpHkCPvZHGgCOIHAAAAAAIwILOgCARdT6fWv8aOwrbzsgfzkA&#10;AAAAxIEFHQDAvkhPE+S7hH8DAAAAwMjAgg4A0K54v/f+yLYxX4PDAQAAAAAAAAAAAAAAAAAAAAAA&#10;AAAAAAAAAAAAAAAAAAAAAAAAAAAAAAAAAAAAAAAAAAAAAAAAAAAAAAAAAAAAAAAAAAAAAAAAAAAA&#10;AAAAAAAAAAAAAAAAAAAAAAAAAAAAAACYXygCAPjv6X8c749s7r+//59LiQAAAAAANM+/KAKA0Yvz&#10;O+/Pu7e9yF/9PwAAAAAANAwWdIBxi/Mb7891zFeLf3//vxUlBAAAAADQHFjQAcbNUcLnlxQNAAAA&#10;AAACHQDaZ6rr0gEAAAAAAIEOAA3gpnyHFR0AAAAAAIEOAA3xkPLdGcUDAAAAANAcBIkDGDn/Pf2P&#10;RHB3Er4+//f3/1sn/E4E/IW3Tbztu7etvH13lCgAAAAAQDmwoAPAU8p3Fwni/Mb782x8K/vM2yQ1&#10;2wtFCQAAAACAQAeA8qxSvjuLBovz/i8W87j16VO1qgMAAAAAAAIdAIry7+//53p/Nim7zKOi3fhu&#10;7XFMKVEAAAAAAAQ6AJSniJt7WnR3l6IEAAAAAECgA0BJ/v39/1ben6QAb07guq7u7klWcvn9mtIE&#10;AAAAAECgA0A1VinfXUb+xrEmijsAAAAAQHlIswYAe9Q6/p6yy4G3vZnk9efHnkDf5DhPOD2b6223&#10;ug4eAAAAAACBDgCDFNwigOfeduRtP4xv4d5m/EZSpc0SvpbfJrm3u96xDzKOLddybb7mXBer+yEi&#10;HQAAAADGzq8UAcBgxflbSAyL1fra+1xEsASEWyUI4ocUgZ4Wof0h5TqujO8an2R5D9K2Lak5AAAA&#10;ABgzWNABssWuCFOx/L56ova+J9d8p8I4ja2K9XVYrHu/fTdfrdxZHESO4WiZpaVkC7Pxfn9MawMA&#10;AACAMYMFHSBejIvb9VKDnr2oyDwTC7T3WR8ilU9z7iPbnXdfP8W6/r0ucK6fAt87zsz468vnBa/X&#10;pfUBAAAAAAIdAMIEVl9h4gnOpflsAZ705D6KCt6fYr3Eb5808Ju4qc9KXKtMgtzS9AAAAAAAgQ4A&#10;SYjo/JEmfHWN9Z0K99usIGwNIlbwecnfOgX3vyvxm4CN8T0VXJobAAAAAIwd8qADfCYa7Czq6r0N&#10;iXMR8O8qhOXfz125CU13dh6+XouUEecr40duP+7QpAYAAAAAQKsQJA5Gi66Xls01fpAyVz9/Nh9u&#10;7lHh+4sGQHs0X925M1ONtXSf4rp+offktHgpOxXmD1jMAQAAAAAQ6FBN6ElU8FNve/IE1qrn9yJC&#10;9T0qsI3vci1u7XcxPwsCqYlVfRLz2/OuW4NDQdzyRlevAykb8UxYadA9AAAAAABAoEMFYTc3vtU4&#10;YNFnka5W5beaDiep1277Jj7VRf/UsljfaFtxeYoAAAAAABDoUI+Yi+bVFkF6M7B7KooI8nNd7933&#10;+p2FxLpj4RRbFeqsNwcAAAAASIAgcZCX6dBuyBOLEj1cJqmOjZ/mq6jQFqvziydubwZQHK63/WPs&#10;WdKl/TzzGAEAAAAAJEOaNSjLYNYSqwX8pzhX1+/HAmJV1qT3UqTrWny5/nkDp3PEUj8EjwMAAAAA&#10;AAQ6dIlBuiqrq/edKWZJdnt6nyLMZzRla2U8Nx9xGyRA3oJSAQAAAAAEOrQpUvau8T2Ibj5RwZpn&#10;Tbp4DwRiS+5v1TPReGnaW7LgjqTdO+ZzJoC599kDa/ABAAAAAIEORcSbCIutJyTWNQheWXM80//f&#10;y5rvjt53UZf2vZj37ufQ+7vuQb3K9crEw4Wxlwd9oeL7VOs8bgLgfkTR3OPaEynmAAAAAACBDrnF&#10;+WPo/+dlRXqC4BWBuOzgfct1zmO+WquYDYTmRu8n+P9UgsN1OZK9WnEv9f5s5zy/8MriWMspmBQI&#10;C/XNWNae6/KBWeTje1LNAQAAAAACHfLiRP5/bQpahzPcxLtqPZzHXKekA1t79/Me/dz4udMDsXvt&#10;7dM54an1cGeaCfwWMAsHgNOc8GvTAw8DC1zHtKlbuhgAAAAAyII0axDgRv4vFuLcOcJ1rflLijg/&#10;7+h9hycO7r3tIOQ54IS++6EW0KjQuuzgPT2XFOeulkFaWa0KCNPRoc/BLPLxrU5YAAAAAAAg0CEb&#10;T0CsYkT6dRDkLUOUzFWcx+27VtG76eitH6roPta86LuIYA3YajndR0Tqjx4IxCykbsRr4MCku8JL&#10;XT6lfD9T9+4hCm8nz7Ngvk7Y7LTNAAAAAABkgos7hFmo0A4QsfbiCZPjmH0nGa7Ue7ferosTtYrf&#10;JHx9rPf2KWiepMvy7v27iq+uTTwUWWsuEw1PwT1ofZ6l7L+PQi5u/SmTANcmlFN+IOJc2sCj/jsr&#10;XVq0/B7oVgAAAAAgL79QBBARIyK4r2LEtmxO6LNoELUwYm1ekFKqlfqTOnlP2SVYG34bDVoWDRQY&#10;rVONWh8EQXtJOcfxkALCeff7t/k88REr0jU44nPk4wOCwwEAAABAXnBxh09oKrSosJ6Yr0HkzhLE&#10;+UoFGuK8nfoTMRjntSCf36pgXCSIxtOUQz+EziHiO02AD20tenT9uOQ0v4nZ7yjy/22SOBd3eZno&#10;UK8FAAAAAIA9uLhDHOLanbSmPE3ELHUtO7Qr0pee8PsREtzfc9ZLmnt7NBq7iP1Zwr6fIroPgOjS&#10;D0HiM7iRco2Wx1OMMI8uC5GJrENaLQAAAAAIuLhDLCokioh013wNMiei/UdIiOzGkgu7p3X+llDf&#10;SS7dLyki3dWgc0MpGxHUce7/4o2w0ufl78h3h2FPEg0y9xhTxsc8FwAAAACAQIdANMjmeNsf+jfY&#10;bCHrn28o/c61hbg11F+EZmh/Eedpa9EXQ/KoSBDpMgklHieTSFnIZNTvkd/emfggfqxTBwAAAAAE&#10;OoIsUZA1AaKkuyJU1pA7xvd6WKZZd7Os6CrudwMqHxHo8xiRvo58vvHu+1h/Exd4Mfgdy0IAAAAA&#10;4CesQR83ly2em+BYHUTFYhHBKEEF3xK+E5Ev3hmbnolwaZvTuIkJTbFnImJ8EiPatxpR/9nELxtw&#10;ve2cYIoAAAAAgECHsEioGxF3f4X+/5sKlElIqNwjTAYj6EWIrmIEai9Rt30R1RMV4lvdJJaCRGXf&#10;qEifmvT4DPLdm4mfiBJr+2JIngUAAAAAgECH6iz1r6Ni/S/9G0SaLoMINUnzdYsAGQ23KQLd7dm9&#10;XEZE9SchHhLtboZAnyU9c95zcU+TAQAAAIA4WIPeAzTnsuRY3qnw3Vo8l4iTN/M1SNwuIlxEoEga&#10;qaSc13KNCyzlo2mjItCjAdTEU2LZs/t4NHa8AeT5OSdaOwAAAAAg0PstfKIBpqylr0pJrSYiW6yk&#10;nwLKedfxi66zFVEzSxAlBMEaT1udhdrBpo9iVJ8Bac9nNR96q8+Da3xPlZ1+tv8ObxMAAAAAQKB3&#10;RxRMVfw6JhI8KiFKtpW8yQnnkus41mt7iwr00G9lEkGs6XFrbheIdOjphIM8m99MxNXdIq75WBbw&#10;4D03a2oCAAAAAIEOzQqBd/PZpVwG6Pv0VE0J9IRUUFs91073+V+SQNfv5R6SrOmIdBjCsxoIdWnr&#10;0fXqNiAdIQAAAMCI+BdF0AmcmP8Ha7sLCwCx/MlaWhHdKprzEBXnO1Mw0rQICc39HBcE65Fqhr6j&#10;ni1i1f7NNJMqkHSEAAAAAAh0aJg4EXwVcrEtIs7FEi5W97mK7rcCIj3McVaAN72+OBEjgcEWVCsM&#10;DW3zb+brhFYW8kycGz+Ww62K/I35WIcex5YgiwAAAADjgjRr3UDE7HPM57mtzirCn2MEvVjgJODV&#10;fY5reDQfgd0qCQNxZ9eUVI+h4wP0VZjLc3RdQpgHyG+Ps9aUhye9iPgOAAAAMD5Yg94dAfBs8keO&#10;/rQu1fvtmQrhJHfYWtZ/x6yHP25DROhkhGxEv4Ym2ttUn684bxZpfyK656HP5Jlwzdd0bTt9dmmz&#10;AAAAABALLu7dYWE+ojenEhHnN8a3nCeJ82DN7BCE0kQnCSSonvz9W136AWy1N2lfbwniXIT4obc9&#10;xTyjC/0+zD6NoVrjAQAAAAC+gIt7QwN9FdEz85H/+FUH8HsrsEZsX6jwLHrMJFbGd1e3ZbGbxYgQ&#10;m8TlaJe1+sG6d4C6nllp22I1dxJ2ufXa3I3um7TPeUybnepnh5QyAAAAAETBgt4MdyEhPdF/X5sP&#10;K7AEcgtcaDOt3Soe3lPEeRCBfVGzOG/NNTeU3iqOK5pYvjLUcoTkMpqEAi3GCW+ZXDsMxHka+uwd&#10;m6+B4Kb6vAMAAAAAINBbwMn4XkTTXIV8nnXoLybdpf3YUs7xHx0uQ0gXneKmvd8Qh4nlJG1MJr6S&#10;JnzEan5YJICiinTxjIlObs2pBwAAAABAoLeD29B5ViZHerSWRZBYD290uyqwHhfLb3muIuU318CC&#10;EBHNJn7ia2NyWs0TRPp+0ixBpNOuAQAAAOAnrEFvBlkf7Zj09eJ1IIP9Z2/QL+vb1xaEugiV69D/&#10;C7m8e9clAihqNbz0Pj8n33Ou8puYj8jg63CwwAwuEtrKmlJNRdq3WM3vqx5I2rfGmIimUyRgHAAA&#10;AAD8BAt6vBCaqYV3XsfxNAicWNB+N37gqFsVu3Wv6Z6aj/Xtb3Vb5zSlWhCdellEuKj7cJxLr3z+&#10;UldZD1yci4v6nW5vKcHJwr87M/HLAxDnX7kPlcvK+Fbz+xqfn7U+PwFb83V9OgAAAACMGCzoXwXN&#10;jQlZib3/H2nKpFqEugqAdej4QfCzb/pXtrqsamd1CwBd274q8dNZyndyv48iOFPciH+roW4dvY4j&#10;/eto+dyqeOoy84jQ3peZ8V2n04iznm+H4LEgkxZ1BkHUY53bvGZ5frzr3khd6oQXAAAAAMA4BbqK&#10;4V2Ga/BljDBa2LomFUrbyHXOTby1uc/kmXS49u79j4QJkTRvgE2aiNOJiouESYJgWcDCUmA9m4in&#10;x1WSlVcnJOLWmj8M4Fne5yb3/gZBEXd9uXbtf1xePwAAAAAwSoEezRnu/X8VJwJV0ExavlYJ6HVX&#10;w6ECa31X2OTcb671cF5FdGmdS1le5p0cMOU8A5pirdcYvReZ1Ehajz7vQbvIU5dyH48qas+1DIIJ&#10;m8DrZGMAAAAAAHrOWNagz81n6+lcXdmjODGfuU1NInjbc0lxfqxbsL5dtsMuuTHrteQVwFJXLwUi&#10;vEfLUer2PUHQJuHkWdPdYvm5Wq9RJiltJs69fd0na3PkPhyT07NEMwTcNBQlnUBvAAAAAFALY3Fx&#10;jxtAB5bHsIidtiHQVUQ8m/K5vuW3x7qmtbPWUfFa8O71L/M5EnwSUxXpi7wTDWppvSsrmApERbfd&#10;HgKXfLmPp8D1XlzZve9OzVdX/TP5TXgdfUpwuD66t+8i7eI66XudZHkOPctSXoeWr49UaQAAAABQ&#10;C2OxoCcJr8ccQt6qFVpd2t8qiPPguh/LWJxbEOk3xl/Tn8eKG4j0qclIUeft86L1WbYMNh0R5zMV&#10;mGd6z1Kv72oNnpjkeAjR+k8NDqeeBmJlnveg3Swj7WUWaVPBPc31WWpbMBOZHQAAAAAQ6CmicJUg&#10;wKYRV/dvMfv8Y0mI5XFpdxM+2yWJ2R7Vx3FOkT7JcV8zUy3HvGssBgIsSNx9OMa3Gv+tf9cJ5XSt&#10;bcsxCcHhxLKu7e5vbXsyqfHSFZEukzE6GXGlkxVp7v3RZyk6QbNrqV7/MQAAAAAACPRUkqy216F1&#10;qqUt6Jo73ckrQoxv6TtL2e02QVy4Jjm1loibXkR/V6vnYc7ytSEepRxXWsaHXXFvzzFpMU9pN4Go&#10;nSd8L23jOeb305TfNM2LTjTc6cTB/zRi+7eUsol7lmQS42AI6eQAAAAAAIE+OFSALVOES2HBFAQk&#10;87a/VVi8JwSfC//G0X2dlPMdp+QDD8RtkmVw3iORHkw2NCWi5Hz3KshFvO1Tq3UsaNqqYnlI3V/0&#10;+FGNm4wJJhCSJmqiz9LSq9PzBut1ZT68XVzT7WwAAAAAANBhfhnbDasrbJwF8j5BBATB1z4Jc5Oe&#10;wusgySKrAj4pSJoIs/Pgt2oNjbp3b7zvj/X7tJRsX6674/XyaOxZcaU8b/uU51zXU1+barEJ8rIz&#10;HfEi0Ocjb2q8NDamYqq+Etc+69MzBwAAAADdY1BR3DVy9aX+97vxU0pFRYdYnmcxAuAqRdzlFeYB&#10;jike/f3eu9ZlkR9oVO9vCcJ2ZnqUG1ojvJuaRbqIs2WfhHmoPOSaVzpJI+3tzJIwF1fw2664+Kvn&#10;yI16msi9S/sOcp0XEe0zLbNVg9eOOAcAAACASgzGgq7i/DlBYIsI+R4MoFP2jRt0/1JAmO9Fj/eb&#10;31OuU4THW+g4+0BW4RRZoX1FZCRa0EP7xVmfW7eg6/VfmGJW4FlNp9+qON8MpH072v7mprp1Wcrm&#10;ScRrX3Ki6zP4WHCi4pA16AAAAACAQG9nAH9jsvNrBxbDV+PnR84z2F+Y/K7GGxWF2xxiKzj3OsUd&#10;PpdAjxHpha3xFupjbtLX9rfB1nzEFJB//xP53O1QsLi4Mg3yo1expq9MhyzmOe97pm0p6xm8D9dp&#10;3KQXAAAAAAACvZlBfNp6bNuI6Hmq21pbRKBXOMeN+ewZcK8CblfhmCKk3nvalPYB+LpieVVRHkwm&#10;TWq+T7Girzs+KSHt8zrn7kGARazmAAAAANBLhrQGXUSyWBenDZ+zaWtkbS7JCa7xMtEhAvu8wqFn&#10;PW5H+3zyXtkctOH+ra7cgSifGTsp5oL7lO3OO2fnxLpO8jzneJ63oX32bvDeb4/74roPAAAAABBm&#10;cFHc1eJ4pCLHsXQacZ1dNiFmNAd0WKTUsrY8xzr8g7L3V2SNf4dZNBlcTpcEXJpmJ5jicLV9P7Ql&#10;1r2y2E+SxExOrHUiIdy2xJvkLlJuMtFwbgAAAAAAesbg8qDLulNZfy15rr3/Hnrbrak3z/amYfEi&#10;AmSp93FQkzifmOzlAE6FUwzBxdhp6kTqxv1YQpxLG5QlCec137d4UbxpO2mDqDt/EI3/3MR7kEQ/&#10;P9PlIQAAAAAAveLXId+crkWVLZy2qarrsPx2pinBRCy/6jk2Ntxq9Zj3EUHnhO6hjFvyVQ4Buqtw&#10;za53jUvTXkyAOmjSRfqooCjfW5KDtdZeWd/l/N3W5A8wN9E21kagtW3k34kxAUKZGWQi6y1yvwAA&#10;AAAAveKXsd64utGWsVpmCYttINptBKtKiI5eKGq7d4y/MyYo5NoPa7hWEXhxadbCEdTD5Elj15Q4&#10;b2wNuldOzxnCOVgjvolrUznqM+BQhWs48Fwa521FQtfncxL1GFGr/os+t5ImbhFpbzNDBHcAAAAA&#10;QKD3TqA3EfW97ojrM/M1qnshMZUj/VkrkbAtpmVbedtf+u8/QpMFjon3InC1LLcN3nvcmmupy+/a&#10;htyayu3TxEsoIF0Qs2HS1iQFAAAAAACMVKAnRC+3RW3BxjKuO5egigk6F0Wi0t80XB9pEw/W6yCw&#10;1koZtpWiS5ct7CcMisQZ8H4n5TaLCnHjL7+4KlK/GtwvaBv3iHMAAAAAAAR618X51hRzi69N8CaI&#10;sTCpru4qRN9Sft+41VSF6Zux79reaFT2BssuLt+8uH2vtVydmO8Pupz7HAAAAABgrPxrTDebIc5F&#10;eOcRLbLf78aPri6R1TcZ+29qvIXXjO+vMqJXX2T8/qEFq+lzRXGe93oftf6HxGVCeay1HpMmax4N&#10;AAAAAAAg0DsqztcquPMIdDnGmbghi2Vc1ph7m3giHKogWqkol21RR1q0EPc5BGnauvqsoGCrhuvk&#10;xmR7I2Td70OB655LQLYW04fVTVx7DsS50ZgEcXEJZmp9BwAAAACADjEKF/cMcf4zEnQOF/IwrUS4&#10;zhnc7otbva4vfk75zVrzTDd1H1LOedady8THW9a9aqqxq5yn32r9uT1u09Ke4yzhh+F19DoZIW7w&#10;0UkJ3NwBAAAAADrG4C3oaqXNFOcZYi6OR13T3Sje9d6nXFPAdYyF9DTjN98brJOJyedmvcgRtM3V&#10;chHvhUXOS9ivxW+j/mokbrnCl9R+Ca7uK8Q5AAAAAAACvWlxLlbj6wriXNgkCOJ9PuaW3KXzXHdU&#10;AGe5tzfpDSB14mTsI/WzylhT/1OgqxhdFRDpUm/PPW3XUnZx5fIQt7+Wi3giSMyE85ztHgAAAAAA&#10;EOi1cldQnMcJ8X9M8vr0WkW6iFFdIy3HfEwSp2olvc843EzdoAN38rRrXBcJDqfXWWods1qts1zR&#10;5f6WZcowJEbz3I+TYwKgiyQGh0spl63GTFgbAAAAAADoJL8O/P6cBDGaZEH8J0Hc7DwhJ+uzX2KE&#10;rghOsVZXWr+dsKZYgpq5KryeIu7LYg09M+mW6Dvv9/LbUu7tIUvtkZ5nFrPPxvhW2bwC/zrHPosq&#10;0eSlnLzrkkmVZ5Ntqe8jZwntmrzlAAAAAAA9ZugW9E3k/yJ2S7n3qjhO+u1ZlRReKoQfUyYZxOIs&#10;a6bfJRiauO6rGMu6l2Ctd273drFw6zkksNi7/n5ukoPnzUy+YG9p4jLMbY5152F2KfUllvSsY20H&#10;0tYf6M4AAAAAABDoXWYZEp/y97yiZXadIornFYKOOQX2E7EubvB/G9/VOet+sqzsck+TkCh/03M4&#10;Ba5/WpOr+DYafd5kRNVPE/NS194mIn2VsMt9T63OT5H/bwpOagAAAAAAQAcZtIu7ipYirudujmNK&#10;4LJvJn4ddZMB4yYm2xqdBxHA7zUdZ5Njv3XKdS8stYOFV2fixi/u9VOt5weNiN/Hdn2jSwukzHd9&#10;vQ8AAAAAABiRQC/B2nyOMC7W1VWMQFpqYLh56GPZt6wVs03rZ12TCpuc+y1VWEbPu7BpBVbvh8EE&#10;SPPuZ1OgzAEAAAAAoAf8iyL4JHpEZB+qiJQgbIdJ+aI10NytiiQRfsdl3aVzrifvMq4Kxjz3KuV5&#10;oGUsv7nXslvRAgEAAAAAYMz8QhF0B13HLevKz3p02fvgebas35JyziSvQ5e118e0HAAAAAAAGAK4&#10;uHeIwG055D5/Yfw1013AVTH+Q/8t247gZAAAAAAAAAj0IQt1cXkX1+/7UC5yyWXetGVdXPdfjZ9j&#10;26VmAAAAAAAAEOhjFusijFeyqWU9EOvy17EozBc9TUEGAAAAAACAQAfrYn2n4nkfjVzzrotVXdat&#10;15niTY4pudFv8wZ/s4ib8t13WgUAAAAAAAwForj3GxHsR8ZO/vWZt71IkDYNXtcWt3qfUWTt+4om&#10;AAAAAAAAQ4Eo7j1EXd0lX/tVg6cVMbxsw+1d1+HL/Z6pWN+0dS0AANADTuYTfWc4oU9dIx5of654&#10;dwAAAAIdahOrc+/PnbFjNc9in6/dE8ZragIAADoozEWQy4TuPGUvCcJ6i1AHAAAEOlQR5lMV5rMO&#10;XM7KE+kLagUAAHokzMO43nbuiXRShQIAAAIdCgnzNtzZ8yCDmmPczAEAoEfCPIy8vw6wpAMAQJcg&#10;inu3xbmsn3s09t3ZN8a3JhQZ4IhF/8XbDqkpAADokTAPmOg79pwCBQCArtA5C3pojbUgFtqt5fPJ&#10;S/5SBeer8d233Q6Uw0wFcBP4VgR/sFJ0wCNr0lc8SgAA0IAwn+gYYV7jUQ9xdQcAgK7QxTRrFyoU&#10;A7FoezLg3fju4zM935uu984lonVzLFzerOD+MqlwbNLzhichZX0lExO6tlzE+ibnbx0eIwAAsC7M&#10;T+Y3+s6e13z0CwoYAAAQ6PmFoy1xHszCx53zOeO3U2+TQcKLbu/e/+9aKiOxfkvKsQMV52UF86WW&#10;iVGhLmL/3MTnIAcAAGhamF9bGhdMKWgAAOgKXVyD7uZ9aXqCUizfp972UCL11zTlRe+IdT3OdVut&#10;5S8xv73yvvtRo7v32mR7EKzM53zgZxXOt7eie9tN8IGUqXdPW52wSKqLTdcaUCQVXWLEeV3jL/s5&#10;eh/nXQp6pxMmQR7fnd4LEyYAMA5h7r+TLo39OCwTChwAABDoyfyV9dJU4SKicaYfiZv5Yc3r1a9V&#10;AEc5S3mZXyb8pjByL949rRNE91aFeVQcZ7np3WaI/ouwQNfrcL3rONZJiahIX8VcQ9uiVq7xMfTR&#10;3PvMREW6tqFwAL6ZivVFh+7j2Xz2iLiWurAdlwFaEySz0P+iE4g7fe59/lxtKDBAmNcGE5/ZfdNE&#10;+6XtvrzogwAARiXQtxGhMguLQA2e9lzDiztL5CRZ0Y9SflO3m9xC73MWGkSIt8BNwqRF2vm38jtv&#10;vwuT7AYv93wW9UZQq+2hWqaD3266Js5T6kBE+mukLuM8KJwO3cddzPUEE1MHdF29Huw6+kx/03Y4&#10;LdyfnczDov1V/269QbNLAQPCHGoS5TJemKf0QTJWeECsA7SDGnOC8YRjsuNXBc+qjBtc1QYYfRDo&#10;uXCTRJMKxMeY39wWbWAiOr3jrUx6sJk4K/osR8OvBRXGx/oAyoDFTYkwn+Xe/l3/Ppj4tfcBF/rS&#10;jbueVQ/adFI7uBN3/VA7cTI6PZkEOVIRdNtkB6bLKJLamROdtIJeDHan+mydmfomgoLJu1noPFvt&#10;h56ISg09ez6eTXuTpK9Uws+6CAL0XuXY+2y/ncylzzknnzxAY2PEy5LjiVlUy3jH2+m4QXTCmqWU&#10;3eBfHWhon6KgxwghR/e7ihHnIlYP4yzKObnN+N7RSYHgWrMsXa+Re5vWEeVdykQEWUb6t9OMwwSi&#10;e2XS3fnOgmBxfUTbz32CmHkO3Vtcnbhab486QJlpB/jScJlgPRrGQNfxtjtvk+BWbzrgtS1Apnqe&#10;t/15JbiWb7EH6OpzMtfno812uqIiforzl5ziPDrof9eJFgCwo5cmOj59r3k8EcQ72h9bDVQwZoGu&#10;kc9/RkEPiaCwED3S/aJW342K89JWIhW8WS/m68jgN41tSJgHg3LrUd5DwcSScINy0pmxrIB6Z31u&#10;1N49Lk28Jd0xH7nl/4j5/i/t/OYxnde0wevPatMzuq5OD3Jn3vZs4SVaFEf7Lxk4P0bWuAN04VmJ&#10;xgxpg3uWhnwS52Xfdf7v/eMAQL3j/DNjJ8Vk3HN83WJmKuiCQDefZ2n3Vh9dY+5GRHF0NleCkx3X&#10;5IZRxIp+lLHvRq3sLzGD8iuLs1JZgjoqyB8y9j8aQNuWwHZx7WOqIjxONF2mdH64/EAeYR6kXuza&#10;JNdcB88vWLmgQ7Q9CNx44nxJNex5NNUnojPT1AJAYXH+aOqJvVVIn6megZEK9KgrsmO+zuBOYsR5&#10;bZG281rRcwRhc0PXn/QQXVgqx6zjPkXueWu+rvWP1kOvCdbvp4iVacLgIo4VQTQgRZhP9hZq/9mf&#10;dfxq5fre1KKOpQvafG6mLT8vK0+cH1MRJggIV9ek4gxvHYBaxfm8pdOfUQMjFejqiixie1dAKNlI&#10;g7U06RZSEazXGQJ9lyHOrQjfjIBi+4mDBHG5ybiX3qP3ndRe8oqT0m1O1wvNmIUc9MBWvHuacDur&#10;m7nxXd+vqEQY2eDPNTJ5++dqQRX85LLjxwMYozi/6+HYAmqi9SjuEhlc831nNUQRWz/UTfybCqyo&#10;VVsCqR2XuAaJ6P5g0nOEZw1k84gwt4VBTtJ684eU8n4YSgPX9nVUspOrIs7vwm3G+//G+Lnr67DE&#10;b+i6Whfm0vc8mn7PME/2/e7JXJ6PBRGYoWGaXkol799br52vKPovfVnd/djZ/rj0KQBlxfmZKR6s&#10;ERDotYso6cQXXoP8K0UkT3OI4FmFFFTibm87/6oN4futzDlFKHplda4iI7jnnYrIXgrAlCj7TzoA&#10;KVK3VcT5TUzHOjM5c5j3OYr+SAa0baeEqpsz47ulHpOaDQYIwjxj3GTpuNJPbihegMJjyMAA0DY8&#10;v2MU6BoMbqoCM4/4zoMIzFIDzJxW9CqI4Lu3cNy/Ur7bpqVm874T6/pa68L0SZhrB2bL/Ufa0XcR&#10;/CUt3kkxASTg4JmWe9bABropzufa7oY2iSL3I2vTFwgZaAjb1lWEeX4hbUv4M8AHKM5VB8YYm74a&#10;6xDo5YXVJ9ffCmx1+yv0sl9XjOxuy4p+r+vtrQj/lEmF2zwH6OlDeGXsrc35GYnWa69GBxnS1l61&#10;08pqY07Kd5Kvfm2gr+L8ceB3+bjPm/7n6oYKB8tIf2pjiQjCHAB6iRqfqsRw2ARj1YSxqWyBYdRJ&#10;OcY5tTEygW7qW1MhDes2hzUyN2pFX9Y8CF/IOmhbhSkW8hhXdVN32XSQJtcvznS70g50qx3YQ4KH&#10;gpvS8c2ljVWcSGJdH+LcJtfe/f5BEC2wTBB7BmEOAKBjRFPOSLhRveEWnAyYmc9eNGuyFo1XoO8i&#10;jS9wS5cZn9NIQ9mlNNS9lVMDzC3DjVIbXVrU9ddIoxbEHXynQcWuTT3rS62K85BI/+SqHtzLwNuu&#10;2+K5gyUZIrYPYzrEtUmfiJLvblK+dzLqm84TcW5/kHDi3TYiHWzx58r12tjKVPeEknfdA14fADAA&#10;yljPxSBXuP9TnbA2eHUi0JVDfSGLqNkE4iYkqsPC2Y28vGWwGF3/uQ9w5P1exPBa0469mfQZqFno&#10;39chYW9MyTXsbYnzyMO2qfuYWp6BIP0jJB7lwf4RrccGWeq1zGKEu5tR53Ux0fYZ7RifMgT6pVeu&#10;9ymTKA5dE+K8IyL9L4QPWO7Hiwbw/CzMZWka0cIBoOfoeLvo+O++jDgHBHqciHRNvPVwHvn/Q8Ln&#10;ByqqryJCSQJzrfW7KmvI6wiY0rg4r7mTCITnRUZ5nIV+46owXTUh1lXcHue8nzICKxD6WcJ+F3Nt&#10;Wy0PJ0XYZ1nRoX1xPhuxOA8Qd3cXt2GwgghryR5gzEuB9zbCHACGSNGYHFuL8a2gZf7VoWs5Db+A&#10;xRqurtvhF/CFuqEvVZyFrd0/9O+s5fvouzgX0fhufE+FIpMVjvEnR94lEGBXUoWpOJ+X+Klcvyyd&#10;+EXbmgTc20Q7R+MH6YsjK0Dftc6WxvFHyu82dFuNiHOpm2cKYs+jppYDsCHSpR89zNG37bRfPdh7&#10;dSDOAWBYfCu4P+J8wPzaoWsJC+t15N+BwBJXdkcstOrOfej9f/9dSBS3+dKWc3/LmUqra8J8anxr&#10;YR0D8X2E9WDZQQ/FeSDQX7xjHGtb24SOO9M2lzigzBnL4NHEewE4dE2t82yGl0qtWnmczA8RRWBJ&#10;pLv7vtD3WrmI9IH7tJf7sQDtDwCGS5Gxn0saNAR6U2xCIv176POniMgS0bMIC6HIcbamvTzSgevy&#10;la5nXwcDiy4HbdNJjrpzOwdB/G7bWB9TUZyH70GOcxgR33k7xVuT7iI9KzGZwwDVNifzG0Mu+riB&#10;g7RlUq+ATaG+MXgJAcA4mRXY94niGjZdcnGXgZ9YEw/DgkXFUNiVfZ7iGiwsTX2B3qpypoPav71r&#10;fvO2q4xrb0ucPxp71sLrkmvAq9zTNEWcrxIGgMsE8TsNRccvhE4euRm7PcYsB0g73w+6LaviXNrO&#10;NQWR0J+dzM8oBgAAgFbZUAQI9EbQteWbhBRSD1FRk3YcFfoiuNbaiKNbG8jAX6zUskZbXKfnba/T&#10;FuutaSYIltzrVYO3llSuEsAuKW3U1iQHnatitV7kuNZni3Xs6IQF5OOOIkhF1qPj+g8AAFDjWK2g&#10;ZkKgD5xf+3CRup5X1qXN9KNU12AV6fe6pT0QE/PhyirHluBc8wZuaabbXSiP+66FzqBJy7bc67ah&#10;TmWronqSU5wH7Uairy8i5bKqkndc7lfrOM3yKO35ytv3Pkcnvc1Zv59iCnj/32k7W9HtJeCnVJt1&#10;6IrCz8rUdGNN/EQnMciPDgAAUA9FBLpLcSHQu8RtZPB8aT4HkysjnnbBIFjEo/FTvTQ92J3rg3nc&#10;8LlturUnntMr50PbkxFyfAnuZj5S7n0X8ZvztzIZtFFB7dYU5G6pbXeSMYGxyVEnuwxhPjFf0xAG&#10;bU3Kn8AiybTp2i7t7NXIBIy/DjdpEmGqbenIFE/JUheSH/1WA3t1G9/aH56EDXMU+b+8A/4J/X+z&#10;f978KOPQXJ05+k50cgxad1pvbi/aY71tOk/5bLUNbwZ2/zPzNU6IP57ryvP60VdPvtTJn6t1j8s/&#10;aHtB+f8R0w7lWfxrsG2wfRDoCPTuoJbI+5DweK3r2CpqXkx7gaHEgjprSjjpmupZC/fpmIbyf6vV&#10;+7zkb6Xzu6/xWlwJlmey3afF1T0rPdsupV7nJjvY36Vh7VLcoGNumo+eH+RzXuUWF/7gc7tvn/5A&#10;9UwnFpq+9k/BOjtSh8Gg/ZuWR9E+bhZzj3LcYJC51ffOZjRisFkhc2qqeIqczHehOloPZmLFn7AI&#10;l49T4hj9b8N+OcgzOc/Yz92/R/9crVp8l1ymjif9tvqw78e7npnAjztylDApUrQNujr+oB8FyOCX&#10;vl1wnhRXPRPnAY1FO5c18KY9V155GR20GdXeu/+/YwaBx2XaVGSZhKvi3lq5a172uGfiOuexJc7D&#10;sYHo4OG9YZF7W+vgzB8U1p2JIYuDVgdYvrALDx6bRITOkwpBBpnlxNal1p+t5841vmfKQw/FaDD5&#10;dmlxbBK0YbGA2ogRc7vPV99e/yb3t2hsosavs+eCfdFOr3HdsfYnbe9U26DNd0p/n1E72iavFy/j&#10;uBHwa98uuE4rsyVxLtf3aj5mu4t0VE10AlPT7jrbYOCxGkCH+mXQoEsl9m0gxj1eLPrvdb3wdL16&#10;tkUB8gz+mhLn7r4d1D1oFGvRyVza26NpzvW9eSu6L8ovLAu7PExNEPjzZL7aCx1cOPPU38zkn0ys&#10;iqPC88o770YF46bj5ROkar009ifbpqYP6ST9/vmx5P29eL8/ti7S/XorM5b0Rf3JfNGaxf/zPcy1&#10;7TXVt4af0a0K9d6PDQHqoHELukbzlo7gPmxFVbE8VxF+38B1TLVDtfESPFaXfEcHkhcZHXdjVmXv&#10;mu6MndnyIkhe+NbyKXtl8BwjYn4vUv5at+85dt2Ldf27/TloKMd+1jRlnXkezmtaVz8k0dCUR4mf&#10;KcC2S+PJvMln/PcG7qeNgWOpfs1IvAks6m0L86z+eNlJ9/d2vGBsUt2C7rebqrGBpH86tPpcnszf&#10;apjsOG/Nkt6ttueaNpcotDcuLdLWsaCPgH813ABvtBOQF3U0tdSjfndnOyWXZXFu9D72a49lssHb&#10;DkWAGz9YmBvz8lg06PI960C7azuX8m2kHsqU/7xAeV9re/tb20bZup7oM/ReUoAtEOdfBibOoMS5&#10;8OdK+pmmLNtzi3Uz8bagvd91XJwH/dqbd81XPFif6vBO+78uvHtmWkd3nUkX6JfRi2kncGvXqSPT&#10;zMTYzFjj91HTWu616TYpEyD+5EKX2p6jZfGuEzQACPQG+BZ+Uao1N2Aa3U+EtMwqWcgXbrszmqqQ&#10;+klIrItQP1SRKIPog4ZFUydc2oJYAm0gAeS0HmQG8veGU49VSZc1NR+R6YuwkTZHirVEUTUccf4h&#10;0qWu7xs404XFQe97yfbeJn4aOhFcY88X7y9HkMF/Fycsrozv/jztQBm9m26ld+xK+6lzGctMrcR1&#10;X6M845c19h1XDZbvjelG/KU0oS7P6PPo+1IYJY26uCdYrhea2up/oc8CC2cw67lVK3Rd1/CWU9RU&#10;eWnuVBS5XansAvfeBIs+C0b18rjr+GWS+zx7kFKHa2JWHRy35lLbjPt+fcHifIvJo+m+tTwPzU/M&#10;dOe5mhubVst6n892gnT1p4zKUs3FXYRZvROokt7ssOY6rHscIOnIfrfc7roSGLkI8n45H1rKSx2T&#10;B3poWqAtSTks63w2mg7crEa64P6PcvzkNXTvuzGkC240SJxYLr1KWUZeSncaWCtMNMBanR1Jnpm4&#10;lTb+v1P2WWe8PIKZ1WWH6rtLs5B9H4BLG+mydU+sp7dtRsvvgYiYNDBIuW15UCFeOm+W2+mZqcNa&#10;PzzB4ltHT+YHoxLpJ3Opw3lPrradIF3DF+d1MKv9eZQlTfWuRT+tvT2K54CtCSPfY+O5h+Mvx/hL&#10;UxZDWJuuHrZVAkFWiWWUdE173WNrzKie0OHsAJX6A+94gVgXof7QJWNoXTTt4m7UmreKvCDfYhpf&#10;VGzURdZgeeVd4yLHwP3BZOesnhoYJNqJHZvu5RSXF7ssm1giznMJS5uIxea+1Tv0B6O3ls9SfZA6&#10;XMHiW6vG4qLZL3Ee5tGKC3SySEKcZ5eRjWdm1vHj2Rs3+mX6YvptHGnuObUnzkXvdNG4I+X6VveS&#10;YjleKHZS3VlmpE2LF8t7ZMk0Ar2CuFnkEMphwbys8dy7lAFrIM5NjodnpxMHbsY+MFyRvtVImkEA&#10;wHUH6lxevtfigt/mOv+ecGT5+N3wnvEnCVyLZ6jWznzxejfgdhZYrYYuqm5Mv1M+PloPSuUHpXwx&#10;kIUt8eLUXJf9eC99iPMhTBT2VqTr0sguG+6cOt9Ver9NxZKRMe+gJj5/bahRzkIDlaCSnrQxTDLE&#10;ee3RiL1j3qh7xIVegwxen+TzyKAqVZzpvS1TGvR33rOjEOrSfu51C+eaP9K/Tb4UP+W2DbkByfbD&#10;+GuNNtRa9jNekW3Hci4/WBXBImzK3+/cDD969Wy/XrVtjwp79T/XQVjfEXd3mym5ng2R2oeC05Nn&#10;M4hiP6R2d7fPm96/NekXPbhGCcztVHEZVyv8s2k++OXcO/dDoM8Q6OmVdFPhpb2xIc7DIt37c5Oy&#10;y28p3+1Cx1l79ymDrquYyYVVx+q7S412sCJRO4dtjGD/pn+bfrGnifanEQt2mwL9oWP3ujJ2rdTT&#10;Cs/00Uja27U3qFwPLk+6b50bigdEMLA8tFBON4Zlb9A8zwNsd0HsiMOexffoSz3IGLXUe0rFeZtB&#10;CM86pnVKY9vFvcqMuszi/E/Wa3jbi7guNOyyO80rdNUFP0idJtuxzcmFCsJxZ7rjdj+sQWqGYNcU&#10;ewtN79YFK5q077l0pENcu5NTVNikW/nm/UGMzWv6o+JgawxMzDCszFGGZp2bqpius7+RAe+lAWj2&#10;PSeGo9lA706eqSsquTt0QJwPCtsCfVOTkJipmGhyHV/agGOXIMJudNvU0NCDHPDTDtZJZXE+xIiL&#10;OepU6vO9gy+VKwvtrA9iyV6/181ZfZtLbqq0n9mI2t3c4trVNgTAzUAHY9c111OXM37AMMW5Y4Y5&#10;IRjmsmcBOLcDv84hemsMVqCfGz9QkvwVq/IvwWb89D9dGlQXGXD+sCjiphrlUTaZiQo8COq69y6s&#10;i1+P6SGT9TxSh6bbEVTPzLiwKQpfO3rPG4vHRnwUE2tDEABBKlHqKVsozWn20DBD82xJeu/0yYp+&#10;24NrvC+TAUgDws06cP0uAj0HUsnq2rsOW5W9ipyb/GlG1jqw3JQU9X0jbgZqVtdgQdfFt23dezAj&#10;QeMwvJlxWQnHTjdnyf21z7aefWbN8zMfSNq1u4ELgLq8Ha5p8tAofjaCsYw5LvpyoaKFTDeWOCZR&#10;KmuWGhC70M+5ZkAGwMbTrBUU54JEEzzWbdXQNWYNNjeWzisdqpM4WBiGQN6Mxb3dq89n05xr41q3&#10;smU7ijoJ8YfFY3fZjW1roBvir98CwDHjsApfVywn6fvPaO7Qq3bbL5w+LRtSAXxccbxW+7jc2xYV&#10;Ymd1YQmPGB/Oy1j/u8qvLZwzGpBqpaJ0FmooTkio7tdijyTSdFonU2fjlxm8y5YeqM54QYjreWSQ&#10;ua4rPYNORDU5MJPnRyaxtjqbGY4cP81oW5sOZhxo81mrxtCidIMNTk23LSldmGAIAhu+Jgxkg/7t&#10;zOp9nsyXFWJKnBmWf0CT+AFQZyO766npkZFB9cwmMmaUOnvJK6jFaNmRcfSk4vtA+nhZertNGn+r&#10;0XSSMqaVY9wOJb1amwJ9F3ph7fOca+CsAHkZL7WhTnT/bcMPj4gcN2EQv7M4WeA2dH877/5EKD83&#10;XPe3XbGeq4COumhee5/fagq+OgbgRevdyfHMJLGPnuld/7F2Up9eADGiPTjea033C/3g1drgTQaG&#10;/ctL2xazvXW1XymCwth0K93txwB/rlZZg1Rtd9JvyoSzrbWo8q4oO5lySlOHAT2bXRboa6q+FcpO&#10;Qkr/vsxj8Q4J782YCrYNgX6sL7z9+vQ4YaIC+VAHkpuWXBaWCQJ2OYSKT8nfbottV4SgitWk9ZMi&#10;0jcNeWxIu36QcvHO+XfKfoEVKWtpSFSkh+t7FxXtI2disU4pU8gn0vs4qDyZnxl7Hijb/RihyMSF&#10;77Gy9K7ryXxM7NcteMoKdNzboWnmFAE0SJlJyMUIvTa7L9DVgnqTc7/WKlAF7LG+nGUwItfz1Kar&#10;vQjLOicrZC1MDe4p+Qdd9ZWDDHoudYC7VZFbpK1cZQziLmoQsq8ZgzO53r1HgdZB2vX8Jffn7Weq&#10;iHT4xNRiWwfI2wb7aPU5tfjsHJf2KhDvjZP5sQWRPi3l7eAH6mqKYDnAX5F3l6PbH9reCOY4ZHz3&#10;9iYnSt1Qu9tGxiFyLbaXoED7FK3fJeK8owK9T8StE+nAgG4TI1jvVGQHHfO9ir88riMLFX62RPp+&#10;0FXXxEJMkEEpk0fv828Fok9muYA5NbSde++aLmIGRPJCW0QmenIFJSwo0p/FC2VIATOgtoH8GHH1&#10;OfLXM/+52iQIqlMdcDgNXNNRT8tyZqldHld2+f8Q6W8W7nndgXKKa9e3OZYDBG08WMd5arC0IpbK&#10;s9F2lzY+XofanFyXzawPTIy3QI6A2l/aTchzGjL4V0euYxUVIwNouBNvE+H4P92eSzTmPOcRsRa1&#10;CF+ZApHyNXKjjfyM6zrFuXKX8PmVBn3LI/Cz9nPruFDvvmWZxtJ8uJbLvw9jvDCyrmcXOubK5Ftm&#10;Icd8Ues8wFgHMisVfgfettgLmaRBpXz+52q539d/xmxPZji9K03fQmfjupe1rcf34yCsar6+o4Z+&#10;U/RZPswtzv2y2Xnbev8sGPO7vveZxB0OTUz6ST96nCHOo21O2uiBsecxhEBvh6Ka5pYi65lAV4Eo&#10;s94HQ4jWrqJIZvDnoY/PVDBNazzP3CTPgp/lEayhOrjROqijowvSHdSa8iAUybFKZ5EngMr3Gtv2&#10;fShN4H1CeXzLOEZ0Pfl9zgGolMeLARgnCxXlxd8pf67utT+0KV6cHpapDRfpXSGR2c5AcNqx+q22&#10;HOBDOMl7/4GuYrSCqSjHpZ9Vv72dm/onz7ZkTmmNIn2cO5JsXMMS6Co6CufHlrXIaqW+6ZilcJ7Q&#10;cCd1iXQ9xl2dAwStg0Pjp0IrI9RdHRjJRMs6xz1MtA5vNMVEHuFf+uWk55jl6ESaXhc6zRiIxdXV&#10;Iq9IVy8LgLFRbdDmW2LtpoXsUf5e5ZuFY65qP6I/YK/TqjYr8RubdXve4wwAYA+b4+DbUpOdX5/N&#10;Rc3PPBNM7fFbgX0R530V6CUEqlikn1UMX5tuWQonGd9VEuk6GfGcozMu9QIXN2oV6gc5Bzl7a5P3&#10;GxHmN3ms5lp/73of11omb2nlohM4acfOcu+67mhnPy0jMgqI9HnOCRAA+DyYlMk6mxN2fRPoNix0&#10;r5au9XutR/PX0ubd16Ylc4XFEGLanM13vKveFnWxNPVMoG0seN+AnffBXxTXSAS68aN4f2ooPRIh&#10;VUX6Y46B3aZqFO8cgjjYb1nEdUVd7+MmGKZaLmmBTrZlOouc1vOdaThzQI4I7j8yyj6vSCcfL0A5&#10;sNDYnVDYWLrWutelFnlfT2iPMCDqXTLie38sTLUlRMExoB9sKILxCPRSL1ARh952ZSNgW8GGWEqk&#10;y7Wb7EidXe+4rjPKRQLq3SR8n2ZtmaSUZy7reQtRz6dV25KK9E2O9gYAxQeTG0MgLXsC3Z6r9m5Q&#10;5RTck7/0AqBJ1hae+yD97q7ks32MJwkg0LtJ3EvqjwxxG7hVy9rtN1trc9WanEcgFxXpedadC4ui&#10;6/kbFnZ5Bi/XXrnERSHf5CijaL3PTD7reRvpH7KuK289npt0i9GrAYA63zdQnU2PrrXIZLpDO4QO&#10;t89iz6itSTRfpB8W7AdksuCAiSpAoHeXv4p0UCr0ouJ2XiTSeUGRvrIg0vOI89uag5zZidqbX7xG&#10;16Vndcpx69C7aj1Put6f5ZR3okWv/TyhbLfaHgFmFEEp3NGXgN01rn0QLBPaIXQYW+3T7uS+WMEl&#10;bZtvTV8ljGGC5YfH+0jwBEiEEfBrj699W3DwKa7hTpMvXRFFOgGQJRD3It1UX+ez0XRpTbIp8RsJ&#10;3nOWc18pP5nAWGrwup33723K4OvT55qKLmtg2Zb1PGsQuS3Y3lzvfg+1vTmhl+u9AYAqEODGDjNP&#10;+P+PYqAdQmdpRgz7S4lkW2iQxWBs7uLKDgj0HiFu5J4Y+fK5uDNHA5ap9fwyTgBVDaSW4zolhZi4&#10;3s9ziPS7CqcKLKh9qDuZuDjKUSbhsnnU3wTRPxMFutR3yBreWet5jrzuryXK1jUETslDWhuqwpSi&#10;BQCAAb0rmwX3dYDeB4mLe4jjolVfJQihZUOCtO68j3Ect+SiXaVMilp2RdC/mJz50DXQnJOxb5vW&#10;81nG9xu6KGvYela6HozvN6oeAAAAoLv82vPr/26+WqzOYoR3nPV8UyQ1WB2CVC3+cwuHl/t1NRia&#10;o9tvkbKJWmt3KgCXNQaUK1omS++aJY3YXQFhMzXZVsqZusFf5jjeQ4sTG1n3zCwy1I1NCz/tFQAA&#10;AKAifbegxwVDc8JBxXQNcpwQ+rLeW9OvyXrnu5jo4bWIdGPHki4C92/jW5clMr24dYvXwCy0TWLE&#10;oUxmvNkKlJezTKQ8JDhInZMERzlFv5zzvmPtN2DTJ48ICOGvnxsfBO4BCLDlqeJStAAACPROo+vH&#10;415YF6F/XyeIn01ImMu65TcVdTMVt8+WrrkJd/ciTEy+ddq267Foqo00pA7nOfa7bVME633HtQW5&#10;pqUBm9iMTOt0+L5nVD1AKYq8K2xN0iHQAQAQ6L0gzgop6dMmIZfvL8IsJM5FjL/FvFCtDWQ7KNJb&#10;FxQilL3t2FSPZJ+X1NRj0nZkDXvIo2JmsS3IPW91ACjt+dh28EKwSjct6HYt+1jPYegU6ZNfKS4A&#10;ACjLrwO4hwfjW7zDBO7bcTmmXY0AL6L00bRkUbK8Jr23aNT7jfE9GGwG3FqGxbjxJymOTPwad/le&#10;lj8sbOQT19R4N9R+o7gWj33a0fpk/TlAv9u4PMMbqgIAYNh0yoKuruazItZKDXAW98K6NvG5th+8&#10;4+/XXmeI83vb92q6Y3V66phIl/o8tDggknK/kGUN3iY5eIO1+/MMEWMlNgEMTqBPzcm8i+3k1OKx&#10;saDDsMV5N2Is8P4BABgBnbGgq6v5Xej/RgWabBLpe5sSdf0pRmw7CfsemfR84/ISFkvp2sI9Ojpp&#10;cGm6s051ZcMqXINIFwF1KO7l5quHRB2DnHnJ30k7W9N1DGDAbRdpX/eduVt/wuDM4hl+0KRgwDxQ&#10;BDBSmBQCGLNATxDNn9yNVbSLSJf1XT8DvYnA9L67zil60wapGxXnbs3CXM55YXmAHCdAghn/pPVw&#10;666vddZUbHL9jx15UfCyGgJiDTuZu8beRNllpwS6/aU0uLjDUNl4/cWKYoCRImNwjBIAIxboeZnp&#10;dh0R7NKBVLG0Sj7w2gbU6gp9pcLcsVgeWy2Dv/Tfblt5za0OkPw140Xypdu8FhgGW4vPpmNO5jNv&#10;YN+V9nLJcwFQqo84pxgAAGCsAn1jygVsm5lqgd7kBbyoy5IcEuaXDYlJOcerDZf8NtBlAIHnxJEK&#10;KKcjl3c/wMmPMSMTeza9WmRC6bD1uzyZX1l+hlxyoMMAkXfqomNt+w+qBQbf5mRyO0x3JroBRinQ&#10;z3VA65jmIquL4Kol33QLwjxAyutZI5/fpqzT76IYn6gQn5mPCOpdcyGXwZmU6dNQJkHgJ7aflele&#10;HP+5as/V/WQu/cN1A0IGYAi4QX/fUVHgUEWV+Dbge9v1us2dzOfGD2R6FvNd8J55QKwDAr1hJA+2&#10;kdnqD/HmmA8r6rRm0S4v4UVdYlYD3F23LC6lfGZ9EOreNUpve2m6mS86HJhwQz7yAfPnamt5HbrZ&#10;9wsn883+XO3QROwGcj6Pg62lYy47cG+7mp9RW8/7jGZYiQnPZ8fa3Ml8qu+prPHg2X6T96nv2eLS&#10;nAGB3o5gd1VIr0PCbmY+rK1VO41T73i7qgLMO0aQnqsrBEJdyk4iz64tu2VPCpaXjajsdYjxbZ+8&#10;D6A21pbb42Q/+DiZHzfuKnsyv2tgQC/CBgv6GPADK9poP0Psd3cWn+sznrnSTCmCDrU532peNLaQ&#10;vNPe9J2KAQUGy7/6dLEioLztxtuOve0X76Nj40dKLvqQOjoolzzY7952oxb7ouJ8WkGcb43dXMyO&#10;dnxyf88W83dPC5SX0yFxHogncV2/R5yPlqeGBoUvjeZG9wc+TTxrCAWo+p6CYpxSBBXe+b7FdojY&#10;HE/WH2T0w3I+KVWP/juVCRdAoHdVsHt/vptqbksyQLhWISuC/aqAWJ8VPNdOJxQOjO/W55T4fRnO&#10;tCMsO5Ew1MGYXM+LWvVhjPgz8G4DZ2pOpJ/Mbyo870V5ohGNik3tfXCTE1fN9Ssbi0efI0w6Jja7&#10;0eZsvsdmXwK3VXtHyTP/XPEokwbfcwAI9CKI5Xs/6K1P+MlL7y4k1uc1WZ6l45T19QcSlE5dzst0&#10;LMF6vTJC/ayMl4Cx6arXHa60vhn0jJOHhs4j7evN2uBaBj0ncxn0XDd0Py4Be0aHjffBfKBlZVMw&#10;PQ5yYuPzWMcW81rF5njK7a7W9lvPuH2q3mIACPSOCPOpCCrLA9HA/eZvdRGP69Cz3Dv3wtwT5CLM&#10;VxoIL5hYKNU5aa52scCvSvzcabPe1OOhyAAviKB+a/wo/4e67SzV95vWDYyLlWluIspRkX5T6wDb&#10;H6S8G7tp46Lc0nRGxw8Lx7weqNi0KZbq8cjx+43uWZTtx+t4rmGidDK6Nncyr26x9o9R53tqmB4R&#10;gEDvoTi/Mr7VvErn6ppis9vSmbxERbpawhcJwvKnMI9cv1N1YkGEvrctSgh111KdzArsfpwihsJi&#10;XMrud403IHEH1hrQz3ZU6mvvfl5KehtAH/EHgw8Nn3W/rKaSUPct5mINejfNRGv/3Jf8uVrReEbH&#10;xsIxm3VVFWEmFtSPzVZf/8PynQQeObMe9RtdEZvBGuZ5yfbzaKq7aNvAdkaN+d5Lq8w7S56zk/mL&#10;qd9jZmrxGQZojV/7cqHqai4d4qyGw8mxDvXvhQrwPA/4RXSAIgJcI6bLdX3TDvKntTyG2gYiwQSB&#10;d/5bHfCndXxlo7lvTY2RoEVke9d7qGU+UbGeK52ZrhVvwg1d7les6bfqsQDDR+r5suHB6kSfW7Eg&#10;rrXv2Ka6jftWnyD95FmLg2us52NE2ubJfGeh3Z3p8oyFFeup/9xcJj4zfrrF25onndbG/nITR4Wm&#10;9BlP+/FJ3FpkX8DMOtBvFMG1/L4PMmxIHT1o2W0Tyi7c53ZZDK6N/cmuM+OvSV/uz5f1vPpi/sry&#10;+1Xa9soAINAbF+dBkLNJxgA7LmrxKka4ynHuPPF1rgJ0qeuPL3TfpPPsEkTnxuSwLGj+71nd5RMS&#10;6kvtPKM5xqUMyuaa/cfS9d4XbAMz02wE+H0b8c4rEXMXllPVQfvCQ1JIPZjm1m/HDXrOdEAT9DXh&#10;weK0Q4NqrOfjZm3srBs/M741bFFLbANfGMS9D5OErog12beelIgi9uxMZiQJlFmo/9hqHzIx/U0t&#10;9sM0s2RH6v4uVHbB5IDTuxLz32PbBuo88Hp51MnlH+azZ2rwvqojJXLeOqxTc4Tfty7jP0CgJwuz&#10;NFeivTu5vpDiBNytPrzRTkKCps2C9FpqwQ3EurwUTs3nmeZKbrDqAZAVZCN4qZbq0NRqLwPnlZ5P&#10;OpltijW/zsHBxmIbqCPip9FJimtTIucm1vRRIPV70ZGB2aShgU0ZFjSVUfPd2AvsJs/ei4qMwKqZ&#10;f3DsW8pn5sPaWRT5vSw9OawpKvbatBMEbwgBTzemvQlTp8fl9mCajW5+ZpqNfWJbb3wJYOd9Lm1x&#10;mcfTE2A0Al0HzGkd+LkIUBXVX8S7zHx53y2MH0ApijyIBzFCd60v1oUeVx7WdcVZtDzCcGnCM+EV&#10;XhoqyusQzV3okJ5ziuosa4V8f6jHKzKACazp33TtPwwR3/qwNN1cW9gV1kRuH/1zsm7AMjz9KTJ8&#10;93PZktbXHunfWU3nDiaED2sSS3MaTal2tglZtKFIH+0bgyYURSFxPk+Z2JC+RWITHSPSoSn6ECRu&#10;l/DZUgOI7SIv6aiAD1yq49ZMOhp0Lk3oijC/ryLO1V0myz37PrDmp+B0pPyj/GGx07zLOfCSTjNL&#10;PB9JPXrboSm3hnaunTgMWXxkZ2cYKzuD9Rw+hGdTOPoOuE7YZqZ+bxNxta++pMpf08yAvprYhGJt&#10;LvCkHBObKj/O6eFK3nVAoMcMBHYRIXYc424cZxENR1GV/eNE9nVNuc7TyHLT2pnuBl3KI9CtTByo&#10;90LeQdJCPR/Srvenl4VEhje+haTo4OmCbmPwLIzdHMZ95byB9EfQD+5Nc6kJ26Ku9E0PNJfSfKcI&#10;aHM5qPq+npt8HgfTglmLAIYr0NVyLW7oxyrMDxNcTOIemk3oOHure8w+E2N/nVOma3sD68TLln8e&#10;AVu7QFevg7yzleG1QWkz7pPwUgj5jVrTWVsOH/gi9JyC+MQtru0QeUaGLgKcGnJlGw2o6NJoSpE1&#10;6Q7xbc4148m0sa0hXsRRgX0R6IBAD4trcf9OcgFXMRf/4H4+ztrEu8JctZj3ehPJlb7LEK5dXFdU&#10;a9mFgsLludd1xJsia8b9NKZ9ycTNcc5B1C7P9Ytrvrc9JrVNaW/edqMba8W6N8DJs2RiPIPkP1c3&#10;FANEGIMVva7B+JLmUqof3hnc3Hk+03mq4RiMwQCBbok4EeQmWKWTXpQ2reivBV7c2xL3an0SIYco&#10;rUWkq1h9ySn63aiI0kmYNGKjjerkTx5rep6XgVj+xTV/bvzAInH38mI+1lASlKybg8OVIbcqExWQ&#10;Jp6G3jYmNZXV2ljMdDJwbikCns8ExrjeHhDoveJbwsAyTohtEx7ouS0ruq53jjvnoicRIZtch35X&#10;YBLiPGESJrebe6SedhnW9NscEwDCLDLAew5bydWq7iTsD90a5CxGPADYx/tg3TlkCE8snPlYmHG5&#10;a29qamPyLmYZWvnnc8jvrwfeT4BA7zZZAeK+CK2EF6U1K7qm5zrWc4sIPIi4tuelDVecHyXroBDi&#10;Em7yp6RJm9wo7OYeqStZdiBxD84j9XWT89pWMWVzl1KHrt7/RN3iX/QvbleIdMQ59EF4DjVSeX3t&#10;3xeaY/JGqbNN3JrxTG681ny85UCfzy1LrwCB3n1mMZ9tUgSYvCjjAtzMbYoiFX43aWnbcqRaa8PF&#10;3bU9cVBQnK8yJjdKubnH1MU6q75SBhPbmLZ1ldBe3ZBr/1y/nxvy5yLSEefQ/WcjcKUdYnvZ1FxW&#10;8m4agzX4vtb+Yxzu2uH+t+7n83xgzycpPwGB3nXyBoiLfYHE49AsSgn0owp1OCsgRrfqjZAmrLMC&#10;yyS6udeBnj9uwHqXkKLDVXEebctY0Lsn0oc+uN60IM5tWXeYYGju2fAndYZV5q7eV91lJRbN1cAF&#10;5q2Fchu6u3bQ5tYWys4d2PN5buXZBECg10qRAHFREXUfI/668NDvbAhhywNop8LxLwpcx3HOfb+X&#10;aDd1ivSk4FrPMfc7j7kegp90U4gszXCthWL1asNyvrNUV9vOX+OQ2tHwRPqtxbIa6rIAu943wy23&#10;D+HJ85nFgpSfgEDvB3GCNdfDqwHBbnX/la3OMZR260W3LHHYqReQTmZkdepOheUBecT93ipdIF/8&#10;ugPlFufOOMlxv3KPxwXd6qE5IbLSgc5QBoq+C6Q/+dAG3y0cs+662Vgp96FZgYYjAjb6nNssq0Mz&#10;rEnY+/092Z/gG1LfG+2Dtzyf6eMi688lAAK9NooGiIuKKFljLGJokUcQqdie5RDZYa50m+n2kiFm&#10;3ZLf2WRbsi7qOHYgWLcF6jXLAr1potB0EqjIZEHhe4VWhUjfXd6lbR5Ycassdg1182Shvt0e3HeX&#10;no2+9mFbY9OS+bmshrBsJrCaLxsqs93ARLqMRQ4b64P95/OgZ+UXtLGNAUCgdx8VudOmxJemYXs3&#10;/nrhNw1slucaLyMfTzLE7FNjA89uCPQHS4I1KfLrKkcwvjrJ65aHOO+XENnpoLSPg0XX+Bab89aD&#10;wfnrI1c1HtHW8pC6XZ6fBvxs9HUCa2OajsHg9yF9DOLlGt/d+LBx4fQh0lc9fkp2Wn7H2gc2/e46&#10;7Mnzea/PJOMiQKD3iFhBaFHgXJvPgbskMvc84zdXJj7YV2KHrOIxus517wLVsLAM81eOfb6VObB6&#10;LsSt660kWPW4MlO8NB/LGBZZQeaKoEsW/hfa3kNLGSRV2o22gdq9BKAzYmSjg52Fac/DpcigUITm&#10;YctW8zjxW5dAsZMb13etrOv5XA/eGvR5AqsPz8WipRgMQQC0Q9MPr4pAmB+06m7st69FDyc3XO3v&#10;Dlp31+72BPPGBJ4Z48goQlBT+MQvfb54FcdRK7akMju2dD6xnM+ina3mzI7bX4T5e4xAz32NQdTv&#10;FoV5+DpeMnaTIHuHFc7hGD8F2kRfYusCa87bKBO51ucaX9oyOPsn9H831MZcA/3gZC79kkzmOR17&#10;+Yunyn1nBzt+uT1WPMpWJ0tsXeNU+8FJxbo4GF0au5P5jfG9ybqUnSIQS+vO1MfJfKbPgdOxGpQx&#10;yFMn1wCfzKVN3ZlupybdGn/ycNXR5/PKfDVCjaKcvLHcs8mZflf6C1kaa+k6/s5Z/tauoeD13mib&#10;ycPvXR7PI9DrbxzyAnuLNOhzDc7V1ISAsIjLy53SeI/bFtwl7/9/Wft49/XLWB6emgV63oH9wlb7&#10;htoHPNI+Lgq8+Mc1qK5fpDeTv72aSA8CHW1H+kxImV3pc9GWAA3ScD512ovBfxZkQmPa4lW4WlYP&#10;jbthlyszR8dcXRHqfSu/iZbdZQvPZ1BOjT+TKWP7OA5teTrqstl5m9dQ8HqnqsEyxyG2DKcI9G6L&#10;pKn5mPV7sC1exIU5puP6YkWvw3rewbJ+yzFY6OXkQwMdam2Ci46ud6LEUZF+ar564Nhga/z1zete&#10;DArjJzYeCwpg6fcXjVlBfZH+XHAQu9VrZBnLRz2fmg+vKdtCSd5L3zu2tCNvW7tsqJzMz3LyI9lv&#10;e9q2AqF50fAEx07L77W3/W+zz+da21qrHiwp4/UvfXgVL9GarmNV5zLNGq5ZPFeuMp4Jlm+OUaC3&#10;0BjnJn6m7ZPLydCs5wXEaCdcb1oqn7D4mmon+1tG54VAH5comahIl/ZxFGonVQfUWx0UbgbhOv3h&#10;spo1OJR7v23FEvphDc5y23b1Glc8AIllOdPn4shUn8Ta6fMg2w99JtyBlNNUn4m6+o4gO0FQTpsB&#10;tq2Jltm3UN9blxgPt7PtYCfffLEetLlZxfJ61b+delepsS/NM6oRoanX8ZjQTu81M1DXxr5JIh1x&#10;jkBvvDHGWdH36wpljUVe67m66M9D3206ft9JkxNhZN34Oa3k52zoS4kBwX1I5AfM9KW2oLMb5ABy&#10;qn1KtF850gFNVPD521CER74Jjd+0T/3LBG7KXbn/D4FpVAj8MIE1DYt5mfJ0Qs+Dk3Pgb0aXhumj&#10;nKJi/Q/9+1dC37Ebdbv0JzomCZMcR9qe/qGdlSq/T2Ne/bvtw8RxyCM3uixNLP3LJmMB6RLKaWRs&#10;ve142QUTOa6OW9asO0egN90QZyY+YNreepxlPdeGfGm+WqM7bV3Pud5k593D77SR0uLc6CDgmI4N&#10;AAAAoPHxWzB22zIWAwR6vx7guIjufnReX8Q6ke9EeN+qcJ8lHLaT7iuR+84TZfJw7FbehKigwfq0&#10;8Odr82EBCSOztfc8aQAAAAAA4+FfFEFpbmM+C6ymTsx3wfqWWcox/+nBfW9y7DOjecSKc1ne8CPy&#10;ufw/Lo/rhCIEAAAAAECgjx5x5RY3dnXpjkVd0TcJQtwkiPc0RKCtelA8rzn2OepAHd5JWjiJF5BW&#10;jxbZRMV5kleBrms6joj0DU8iAAAAAMC4+JUi+CLsPkUq9/4vf8KRTvf/VrElVvRZDacVYX7bZACK&#10;moRnEmct16HUSRBR0jH+soKmA9edh65hlVW30p686z7U63V70hYAAAAAAACBbk3YTU18GrGpbmcR&#10;4b6peMo+CfOwkBRL7yRLJLcY8O4i8v9JC+UkZXRT8DfSDhDmAAAAAAAIdCgh5GYlzyPBvx56bCUV&#10;4Z1lJT81lty0NT3dJCUQXfTavtO0AQAAAAAAgd4vRPBlWocrIqJcrPGPntCMy7UZsF+T3tH0Dt9z&#10;CPSZJXE+N5qL3fv3l5zr6gURrb81TRsAAAAAABDoPULEsCfwJFiXrFl2TLkc1lk45iPKe5aIFSv0&#10;cQeLapNjHwm051jwEgjnlz8Twe6dY5UyMbDtmKeCTBZc6iTCjskDAAAAAAAIIA96BupO7ajw+2ZR&#10;uCfxe14runetE70260HGvHO95SiH2nN5x5x3n3s+KKOY/OOdyy0falMEgwMAAAAAgJ9gQc8gFLhr&#10;4wmrK9N8ju/A0ppH9L3p/vL/c+/a1xbF/CaHQBcPgPuay0Mi5z9Hykfq5Ub/H72m1w63KQAAAAAA&#10;gJ+QBz0HmhP93fvnnWk2IviqgHg+i1zbZdr9eH/kfl7kr/6/KE859pnpRECd4nZtvrrYX+sEheBE&#10;vtvSggEAAAAAoA9gQU8X5hMV5fOKh9p4wvI4FMAssF6n4UbWVmfhxojjL2vAw0HWImJ+U1Ao50q3&#10;phMHq5qrRlzW3yKf3XnXcxtznW6OOpa62HY0IB8AAAAAACDQRy/O5yafxfxeBXzafrOYvOC1BgcT&#10;y3KMYD4zIRfzBHEeJ+7zsjbZkxendQt0nRyQ+7qK3OuPyK7bmHp1dN8jFeaOfrXTZQEbWj8AAAAA&#10;ALQBLu4xAs7bXlTIpoluEXIHGoAsjxv3dQOXHxXCl6H7muqEQ9x93JY8X5784mch9/M6kWveZZRx&#10;EDhOruFOlykESxXOzGd3+IlJWRYAAAAAAABgG6K4fxXo7+brOuYwrvGjk69Dwvct5+GPbVpoE67l&#10;UK9ZJh2ibvWyxn1R8Zx/m+wJitzR3MPr4bPKSoP23WXU1cTkjxtQuTwAAAAAAADKgov7V3GYJs7F&#10;ansfWascJ/62epzod2Lh3ZS8NrH4BlZ9OcZTdI26un67kXu48LZ/bIhzJY+bu1zDfY57fAwfy/t/&#10;8M+gzCQi+07LV9aM33v7XKbUmZPzHnZ6jiVPAQAAAAAAtAUW9M8CMckavhdvIoATRP1LzP6vJt6t&#10;PTX9Wcq1yTlmkY9FjD+FJw28/W4i53VjhKqI28OI+Je14kH+8NsCFm/5zXOOXQ/jyi9yrP+VqDa3&#10;gBAP/0bqQNasb8hFDgAAAAAACPRuivSwFXeXJVYT3KyDqO1x7vISnf2gJoFuQtf5YHwrtVjY37PE&#10;sv7m0iQHuDvIK1xzLAswOomwrOE4ZdnXpQhzBDkAAAAAAHQRgsRFULdvEbDHKlKzLMlp65vjgq85&#10;Gk29KEvzNSha+BquVZjLsdME6FYnFGTfK1NPXvc8HgF57vlcj2Ujd3mQMu9FJjs0aNyNBpCbWQpk&#10;BwAAAAAAkBss6BVJSF22t6Dr97VZ0UPnkzXdM4u3VWh9eoFAeYsiud1DOcqDv3/o36ml+/5ZbwAA&#10;AAAAAE2DBb06bsb3dVrRxcK/UhEp26bG+xCrtVjpD4oGj9O15Xms3hcFj7uTSO6yZt/bboy/3n5i&#10;sS5n4SjyAAAAAAAACPT+MwkL6gQRf60W4lKocBWRLu74q5KHEZf5exXlEsTtvsL67KecAtgpc3Bx&#10;STd+MD4nYXLhNuUeNwXLBAAAAAAAAIHeQ+IEXdQFO84iLUJzXvXkYr1Wi/dBASEqglbczX+XwG01&#10;BU3LO0lwWVCYT7xN3OevEsp+qRHp0+5dIufLco7fje95sFBBv9bfuXqs+6xI8wAAAAAAALZgDXoN&#10;JKQH+xQFPSEK+626blc9v4j96wKC/2fU90hO96rX8ZjjGnZaNrscx5OJDim3OE+DjU4yuLqvnPcx&#10;4VCZEeQBAAAAAADaBgt6PcRZXb+I8Zh93IqCeKbC/90Us8b/jPqu0cydmsrhKee5z/Lcm/EDz8WJ&#10;c7GaH0cs/2n3cEWUdgAAABgFJ/OJt832fwEAgY5AjxeMsmbc+K7Vrm63RSKaJwjztNzoeYX6lQr1&#10;R7VYl0bvMY+L+HWOfeJc4aXcDhNS333LON4jzRQAAAAGLsxlvPO3jhHfvf9PKRgABPoYeY35bBMj&#10;YCUC+4FuNy0K8zjm3vYm670rCvWHHPtIFPssK7obU56HKWvEnYzyn+U4JwAAAEAfhfmN+epRKYaY&#10;SwoIAIE+OtQSfquiMgjAtqnzHKEo5knCfBe6hujnUVYppxJxXsXavDb5IqFnvTBu9TqlHG/VpX2X&#10;cd3R30f3v6O1AgAAwACF+bWxm4oWABqCIHE9wRPofyd0vD8Dvun//458v4wRpuc6kSCd+VnMcSX/&#10;+O8VrvXG5HNjP65jIkPXq79Erz8hcFwtgfkAAAAAWhPm/hLFywxRLmPEY/Pnigw1AD0CC3p/cGP+&#10;L1bivbu8Wpdn0R/peu1ox3wqAdZC6dmilveHite6yrnfdU1lE73vrd77KubeL6vknwcAAABomWeT&#10;bjEPvCoPEOcACHSwh4jpIG/3IljHHnH7Por8Zp0guM8CkSq/1+OIUJcc4YdVLcwaXT2PSJ+p9bsq&#10;UVf276F/R9OryX3j6g4AAAB9JW3stFJhfuNtO4oKoH/8ShH0Aw2Odl6ww34NCfXHiEg9i4romtfN&#10;y8ztPMd+FyYmoF5B5D6OQve0Ct/Tf0//s4pcy9z77DaSpg0AAACgr6z2Y68/V4xtAHoOFvRhEQ2U&#10;Frh678yHNT3g1PKEgptTeM+r5ihXL4Bzb/tF3PZjgsnFBYxzaC4AAADQQxahcY0Ic7GYLxDnAMOA&#10;IHEDISZQmgjXX0Lfz83XgGm/Z0RGr/2aEthIlHbL5XNjPta8yz0f2Lx3AAAYEH4u6bOfggghBAAA&#10;CHTIEKBRAb71BOhhZJ9oJPjjutPBxVxX3pztTVzLVO9/izgH6Izg2XpiZ13gd/IMy29dRBI00E4d&#10;40/uzkOfSts76MgzNDN+kNcN642hw89R0G9vaaejqfOZ9k/SN21qaj9RPeFqf7wZWvEh0Icj0G/M&#10;56joK43SHt7nMTLIOLC9DrtLVnSAGl4QIiiP9EUxjWvHxl9a8lpIdI6vLKN9kZTZcebA7WQu5S+/&#10;DSYa773fLBsUaT8n+bztqbY69tuWBK909JPbIQ44BiDMwxy3Wkcn8yvzOeAp6bSGL3TqZOe1lfuG&#10;rn9uPgxI0k6X3rlXVCzv+Br64XD/t9a2NYgJIAT6cAT6s/lwv9sP8KLR2DVyuzTybzK4tG2xDp23&#10;M1Z0AAsD9STcvYjzRSQWg8+DzbhJu9V+DWX6b6NeQMKhVVHiWylfTHw6o+xrzneOuD7yAA+Bzj7v&#10;O62fXYvX+B7zjViqmOgettCpk7XXXs5baKsyOfA7lTvYNivt9THmm9t9ZoH8x4lOyHejTTcEQeKG&#10;wyRmAPEJDaZ2r4HUmhTCtzn3u6YaoWMvGnmZvJUcIAUD/Td90fRbVPtW3jqYpZRX0X5OsF22zykD&#10;hHlNdTuLPTY03c7vVEyklb1rJEBXu5NuTsFnC/rZHs8s9wNnLbXViU7UQjfa2aTmd3xS/3RU4Jqm&#10;JcR5U20agQ6V6Iybm04G5JkQmOlaeoAuvLBeVGBXfWk5e5HnD/77Vg5TtVpLWfytM+NVcRM+33Xy&#10;/rMnDu5qHNhAe3UtLuNXKXsErrkHHV6+4lKRg+KCIgDL/Z6809/1Hf9e0zt+V0P/dFdy7DWYPhCB&#10;Dk2BFR36I879l9Ws5iNfqbtin4hajx/VZbEK64QX+FMH7z/PAMHJEHbQDyYpg015fx00tmY3C3/t&#10;e9wk/APVOIo2WRcbinj0hIXwpBPv+PSYCzttt7fmI+ZP+LvzoVTMr7TNwfAQatCbrq3lluv57+l/&#10;VibbXcuRgHfR9fMADSLifJqxj7wUvusLYavP3m/Gd69Ke7mJS7SpZd1yMzgJn7kVxMXOKwNZJ3tt&#10;giju/tq0PgfVu/buidRb/WYbMxCU92pXY0gc6+D67Oe1dmUCAWyyM/V4SG5NfsMJDBFfCE8svOPd&#10;mHf8skBQzdOUNvs10NxAMwQg0AeCJ2jXnrCVoBuO9++uRnG9NfnWU11693JPKjRo4YV1lyHOVyom&#10;oy+v4MWz1JfetUmeARaR/jrqKLZ+ULfzgd3Vo4om6GebXHvPpbRJcSt+NX4AwF2Hr1eubaEbjIct&#10;gQBh4O/4pDHYeWyf7H+2GVoR4uI+LJG+67A4N5rSLY8oCVIOATQpzkVQJ7kqBymMFplWUpkl9gdQ&#10;aQNn1i33m7jBwKz3wQAZVPoRgMUSTeYFAIA2mMS+c0fmoYZAh6ZZmnzBoOaaQx2gKa4zxPmm4GB/&#10;lSLSmYTqN0n1ysQLAABAeaYUAS7u0DBi5feE94PJFwxOBMwhpQbW8aN1zxK+PS+dZ1tEui/Y4sS4&#10;uLovMy11vlU2iOb7VHqtdl3HkWOkp8hxc7nv+1GzZa2ZlO1Dr2bH/TV2tzH9mGN8L4ybhtrtRM93&#10;ZPw1g7ely9FPKVjHceRZkrb2zfgTUUFbCdbOynG/p7Y/v60e6UBtaj4sKls9jrigr0s/l/HndELX&#10;7cTsIefcFJ6oSz7fTNt/0j3K3x+pz5IfcfnUfKxB31a4njO9jiAVUlBvm9B1/TBVLFmf22sQe2LX&#10;2nG+ttm4NFDh9tafPspuvxNtK5/7/492sq3hPJeh9r1p9Tif+4kjfWaDZzf8nLzWElPlY1zyR0i0&#10;ziL9hI32mfWO3+a6v8/v+Fu8korxC0UAbeCJ9HeTL+/xUnK3U2JgecDxaOLjI6xqCejmp2yLe+Et&#10;UwM7+S/Jl5gJg3XB85c7zsn8fyXvWF7ghynHvTOflxPIi/sgx2RF3PXIi//GUruIKzcR6L+oSHhL&#10;6McOCg2Wyt7X13abrxzrPo4/aL002UESowP55c82+CG6Lk3+6NUbPUYVYTo1H8GM8l73bekYEn5Z&#10;PZr8WSKSAiPdRCaI5PvDwoN0X+RfF6i34JqeTNF1+l/7wfR+wv5xit77WttbM0I9/r2xaW0NevHy&#10;crWtxD1b6V5pvqh+LvQbu8eRfuKuwHPrGn8i/KbgeSbaF18WfCaL94dJ77e850prhyfz50i9Z40J&#10;AjFvEso4Kzji96EFycTFHdpimXO/a0/M4zIKtkl66dYV5TYp/dFpxu/i8uBeljj/ZU3Hycs0YwY+&#10;utZ/UkAgdWFCx1FhktSPNZVOb15TOZY7jgwm/cmWd63TIgNKZz9wlskBfxD9roP/ScHn9q107l5f&#10;5L4VLDNfYIt4KrqcwR/kv5liKRynJj42xkVMnc0LXMtEBeBjCSEQiJW/tf4muc739b6z+omkCY5q&#10;xyl/7347rSdXdH8oX15OhX79Muf70P6776OfmBW8d8nu8abPfV5x/qbPllPiXqv1h0XPlX5fZ7mf&#10;UX+COJj8SCrjSej7uO1O30UIdIAqSNR5ky/q4qTBwS6MEX/AF/cyrM9lzLcSugUmBsIv+TrowySX&#10;06NW44TqdZMweDnreTnmOc6LqZ4Dfm58C1eVNvpYQug9mnxLrdIGw/lFur/fc43PYvl69q/lpaDg&#10;SKu/9xwiZNqJ9u33928V7/1RRds4xHl9baUrfdukwX5iqv1EnvZ/VdM9Pjb0/pkklNmsRB9SB1dD&#10;evQQ6NAmeV2HzwgYBy289F9rPs8m4WU2xIAodeXq7XM/NuyAcf4grEtt97HAtd/UNCicmq/us2mD&#10;0LKDb7fmsnquue76EfTyY5KkDhF0PZKsDddmrEG7fIvsvKbn40Unh5rrD+2+f9wa3/G7jh2nExAk&#10;DlpD0q55wjsu0FJsZ+Pte0hudLDALOHzugXmj5SXd5/YZrwI5cU9noAwXQkY1922svG2f/T/pwUH&#10;++Hf/6bPatLvnb1rZ9bacH+QnPTOkXPJ2ur1p/b7EWDxLLb/yHPedLdauc/v+u/f9B5n+pytSq93&#10;j7//uUm3hkbrLKvc+8RVyn1IGX8OtOcLnDOTvO5aRNBmsH1deurRuLYiBMEdJwO/9yD39o+cz0ng&#10;DZoWP2AT0zcF53mNGZNMTfJa9aDtluk7mn7HL009nrLLIT1+CHRom3sd+DgZ+wWDqiVFBg1R96Br&#10;m9K2+8SytkjWw+/HxMq2Gln0Zz9Ssi8so/d9ox4jjxmCb2WSIsn7A+ckV/HTHAPS68RzJgWE9Jcy&#10;rFXcPiYcc5Uy2J+kPOeLWgV4NmnpJM8Tn+1qwau6ILichHsP0mhuY+rdnyA5mUv9x1lTgzIZaiDb&#10;i1JtxS/vqf5+3lOxnmY4ut3XeZxA9funu4T+babxS9yEfmbjfX9sPiLOv2b0DZv9dSQHub0oKdCb&#10;fcf72W62WmZJz6mU2VNKexxclgUEOrSKpl1bmnxuglfevt+93yAOoImXRlMu2g6F3fu2stunzIvv&#10;x7KsJkMjfeAuz9XJXITwW8Iexxm/l0HsuYmPPjzNIdLiBrLrXNkaktMmOntBktxnTFMmBZoT5754&#10;cBIGuOkR4H0xcq+C4M30z6J+ltJet5nPt0yk+KJzGiOCmhToUw3YVoXsiNcfEzJJz2hWmcn38qx/&#10;N+UjhbdDetrV9Am1D5H9nHCMWapo9vu+YmNc6bvigyfOejbe2mr5xwt0W9laOgpr0KELIt23TuTj&#10;kajuANDBAUYXA8Z1eTCWNEjd5fh90iDWyfhl0oB1WeDa7038mvAydfy94ZJPvv9i1qc+unTHWYOL&#10;5rVfJghmp8H7yIpmnWfLE/E6bVJp6PFFkp7lfOkV/Qmd84afk6eEyQbGywh0gEosc3Zm8iK8prgA&#10;oKP9WBx3DJS+UDUmw2vCgDTNsnsU89m2hGvkU85jd03oHsVeQ7Mu9m0xzS1qkoWXiHk3YVzSN7Ii&#10;Xs8SPn8YQVtJepbvC7SVXUxZ+a7YdnALtHtAoAPkQwLGmfw5p6+I6g4AncO3LN0nDOCvKKCIMLbz&#10;+zSBHyekvrdw7W3hDOhe8pOc9qnMvbsFxGyXKTc5NHzredJzUjwYoO+SfWt8bx8R5sejCZ4KlWEN&#10;OnRJpN97wvs058uOqO4A0EVkQDaPEYpjDBjXNYHhtCpuEOjdYhxiM4ksS3icFXksfVfcc/Jaso3d&#10;lL4K3+sqvB7+m75XXkP90JagrQh0gCYIggdluTlKB3pn8udSBwBoYtAfBIyLi/Y9toBxfRh4H2le&#10;9CJ8G1CZ/DPa1lC83o1p32VYRPJTxWOsS05OuAaaaJfST8lSznnCHrPI/tQNAh3ALqHc6Hc5dp9r&#10;VPc1JQcWXpKzhmamtxT24ES6RPu+MHFRdSVgnB9QDrrBzPTTRRmq08d4NqOLZj2yccdVzvFvFIfC&#10;GxasQYcuinRZw5lXGBHVHfokBOJgmcYwIWAcwDhwKQKoQZzflRTngEAHaIxFTuEiA91nigsqsCko&#10;qMvyBwJ9RBAwbmw8UASjRJ5zPGKgqjifZbwXXB2r3Op7ZWPwvhs0uLhDJyno6j7z9r3xfnNDyUEJ&#10;3ITPJWBhnW3qLEXIwTAhYFw/nn+34u+fCNTUS6rW2db4ubGZZIWq3KW00UXqu8IX96eGiV8EOkBD&#10;Ir1IVPdrb9+19xvEDhRDXnwnc3n5OZFvpvtgLXWIqJN5nEirY4AI3W5bBIzrFruY5/CJNb2jfT55&#10;/tKfFfPlnQj14weFiytbCeZ3nqMdb/ZjCX/9OgwEXNyh65yb/C7Az6xHh5IkuSjWtR7sMuHzMjmY&#10;aeP9EgErEz8R4weMgyYZ+wRu3Lv0qMVztyv6iAWRxo8Rv3u2tT0n0sdLtgB/Syq/WcLnS5ohAh2g&#10;k2ie87yp1BwTb6kCyCIpbc1ZZRHlp/KZJgxYVxm/dmMHtO0OLBnUFqfJgHHfKO5CInFM5bVNeG/a&#10;J3kpz7cGzr0pKIwgTXC2R1OTObvYtlK0r/Yt2hIj6Vq3l4RjOLHvfpZAIdABOi7Sxbp5n3P3s/+e&#10;/gc3HygzeEwaxD16L9VyAwPftT0plc8qx9rFvxInDoY/SBpa+0oLGFfWsuvGtg0sg0m8JpSXM5L7&#10;d2PboL+GtS3h01R7jXvGLnkkEkl6HzZVZnH1NWloguA14fP8Y0u/TV/HvDv74DXF+wOBDpCb2wKD&#10;2DtPpCMioCjLlJfVS+GBgT97/pgyUL2tMEi6KzhpUOcL9w+aSuk+LE6gXFeon6T28VignY5pMLau&#10;XF795jWlP2miHWwS+qa7ls4900lUiOJ7HexqKLOy7epHTW21zPlXiZMT+d+7dwXO7cZ85jQwcZg0&#10;pj7lAUCgA+Qi5Oqedz36NaUGBQck2xTR7KfzO5k/Z76g/TVnLxmDzkWuyL/Jg6Rg0mCecS1zvZay&#10;E1ZxA4d5aY+CcbcvqcekSaCyA7GkGAZ+G0wb4Ml3/vKL9xHVgZsi1J5zD/w/ryt1elQCa5Mc/Osl&#10;8178+3405V3Dk9rrXMs/T3stm1Y1KQ3eY+7gWtI+ZF+/3sfgqbcuXWbyjvDbynPN55Y28pbq9eHX&#10;k7Sp91LvvuR+Inuy3j/3s/Gzd+QVxdsUkW9y90nl3klJXi2841uGKO7QJ5G+/e/pf5IiIn8dcAEU&#10;f2HJwOsopf2c6csrcIn/J/TdH/q7rAG7uLYXyZsrA8vrhMGCDJSu9VoCd/jfdFBSxzOwSRhovOzT&#10;hH0MuOVajrR8nNAkxIpG9al9rbxyu6itf5J2FJ+BIOgD37Wtfo+006kZ71KF24TyP1OhHrTr7c9J&#10;NH+w6sS0cUGsage9SLXlZxVI6k+m2l7kmY9a2o/0+6pW9rVJtiwGfWv0/N/03E7Fe3e1buexQuhk&#10;fql97fbnmnV/wiY496mJuiefzP/w9m06kNdUJ12r4ho/RZyb8azME8WjX2bhd0+R92CetppUX46+&#10;g1yL776kfiKYrN/+7Cd8kTvVtjpPfZ/GxWKQz+L78WCy/zY2joLfPqVNVnmnbMxXt/tJjne8P+HM&#10;Ox6BDqAifeWJ9KOMThCgCuf7l1O6gCkrcEScLwr+5l5fwEkDHsfi8/CUcGx5WV+Z9DV5j/vBNoFu&#10;osiA/u3/2buX27aVKADDE6QBLbOUsg8QdSAD3geqwHYHcQU2KwjVgVJBlL2BUB2MGwhmmSVLiKiZ&#10;iSibj3lalvN/gIEL55oUD888Dh+jxNv7kSFX3+Z5aya6l9dlT+4e5/WlU7OamDZSnkkESqHfIx5a&#10;UXqRKfZDXzuYf/+6rfQVj1Nh71i6nXdh8uSlC/RJwvg025mNXNQoRP8TiTFjj0v/UpiCcJJ4/3Vk&#10;PxHSr9YjuVL0tAvdHi6va3F8p33qeBFk7FhXovu9+LExfsIYnxePuONcJ7hj76NXhAnBk0j9/dSb&#10;xFsuA4pz+3l8vm7Q1cppkhIXhykJ9Sym0rGYk47b81lE05XMkP+v6Rw0Y8g64RbrMzp227/VJ9r/&#10;OnHsbb5Kx2NP2ZfmjmHu7Y8vENg8VZb+fN06FXX6/7nJENPiBP3E7cA3GQx9HWe7IF60fqZO7WJo&#10;n4cxvorKIVCgAw3H99FXRApRk9iH9VLoi0GxkyS1nxDHPAqpB9lUk+pmMJ57PGZ/I9KuMp56MqpO&#10;kCGx56EY2UbtNWnSuVUkOrbC5GudOQa5tqscY3aTaPItT/SYZ/1K+pOQ/TexLxPFoHn8d+78isHh&#10;2FP0G7nvnq9eRR6layuV6VtKj1xpxqlUF1Xs2CdfMFdrc8wu8VuKdDeXSpPnwnG/MvDYfN6pj+nD&#10;txTowHkU6X2D7P4K+e7fK6KEBBPJZpCbORRUfYNM8x72bOB7eH0n1bOIidLaTBQuPCcoIU8UqP2g&#10;33+XZN3Rbl2Oa9Pxd5uM57/qmGxIr/gNx7TumfQsvd9p1ne6LgIneMrk+Gy/HbcFDGVPbCqP2KqI&#10;2MqO+Pk9bqkn36HFmvp3MSM8j2L6hbXj71L3JypJcasvKsXGfmbyPqQvnQf26+1CM++FGZ0fOV+d&#10;qJzbm24ry8DztWmNPVVAHDbmfIXE244tc7N/FZGrvp+9NDnq2ifW+88YfmOg3S5uPS5a1QHHp0Tf&#10;hVz9u8qxmO/yvafN/VfeMQPHufvz5dNC6Ed+9gt3mTvsQHp6pVS7YNLTRZPsxHW7n5DEFnHDn8Mu&#10;DtMsXDQVz9+Fa38WaSZidYL9Nvu5Et0L8dgiZDt6d15//q8mlvYumHQ8bvt3SowvcpQq1nfmmKXZ&#10;Z51h27boXEUfkz5P7VyddJyr5hgeo3I1NjZ61e47k8NK6MdAX+7vj7e1MO2pb5EpafYRFrPjWMV9&#10;1sM271ttaBVc8Os42nx52p/IVl9SmQWtfnW2f11cxPYrQ/m69Soq0/Sldv/tGOTtc/rbc0oq+ALD&#10;eFs5jAWpxp7uXO1aPFC2ckV6LsgaOwYqs/+fpo+Ibd/tvFz0FLy2T0rTLvS5bbfFp/vzGeO/icOC&#10;coXX59PfUHMV3bdRoAMAAODNS12gAwCO8Ig7AAAAAAAU6AAAAAAAgAIdAAAAAAAKdAAAAAAAQIEO&#10;AAAAAAAFOgAAAAAAoEAHAABAiJoQAAAFOgAAAE5v1fG7LWEBgDTeEwIAAAA4+S2V+Pj5cfdfH3Y/&#10;avfzXTys7wkMAAAAAAAAAAAAAAAAAAAAAAAAAAAAAAAAkNZfAQYApfFz3awJes4AAAAASUVORK5C&#10;YII="/>
  <p:tag name="ISPRING_COMPANY_LOGO" val="ISPRING_PRESENTER_PHOTO_0"/>
  <p:tag name="ISPRING_COMPANY_WEBSITE" val="https://oneduc.fr"/>
  <p:tag name="ISPRING_WEBLINKS_TARGET" val="_blank"/>
  <p:tag name="ISPRING_WEBLINKS_TARGETMJT" val="_self"/>
  <p:tag name="ISPRING-SUITE_ISPRING_CURRENT_PLAYER_ID" val="universal"/>
  <p:tag name="ISPRING_PRESENTATION_COURSE_TITLE" val="Evaluation_CPF_2023_USAGE_PROFESSIONNEL_DE_L'INTERNET"/>
  <p:tag name="ISPRING_ULTRA_SCORM_COURSE_ID" val="AABBBF61-12D9-4076-8373-873ED23A88A9"/>
  <p:tag name="ISPRING_CMI5_LAUNCH_METHOD" val="any window"/>
  <p:tag name="ISPRINGCLOUDFOLDERID" val="1"/>
  <p:tag name="ISPRINGONLINEFOLDERID" val="1"/>
  <p:tag name="ISPRING_SCORM_RATE_SLIDES" val="0"/>
  <p:tag name="ISPRING_FIRST_PUBLISH" val="1"/>
  <p:tag name="ISPRING_LMS_API_VERSION" val="SCORM 1.2"/>
  <p:tag name="ISPRING_ULTRA_SCORM_LESSON_TITLE" val="Test2"/>
  <p:tag name="ISPRING_ULTRA_SCORM_DESCRIPTION" val="Ceci est un test, cela ne me permet de savoir s'il Ravel comprend le scorm"/>
  <p:tag name="ISPRING_SCORM_MAX_SCORE" val="10.000000"/>
  <p:tag name="ISPRING-SUITE_ISPRING_PLAYERS_CUSTOMIZATION_2" val="{&quot;universal&quot;:{&quot;skinSettings&quot;:{&quot;borderRadius&quot;:10,&quot;colors&quot;:{&quot;asideBackground&quot;:{&quot;color&quot;:&quot;#EFF1F2&quot;,&quot;opacity&quot;:1,&quot;type&quot;:&quot;SOLID&quot;},&quot;asideElementBackgroundActive&quot;:{&quot;color&quot;:&quot;#D5D9DB&quot;,&quot;opacity&quot;:1,&quot;type&quot;:&quot;SOLID&quot;},&quot;asideElementBackgroundHover&quot;:{&quot;color&quot;:&quot;#DDE2E5&quot;,&quot;opacity&quot;:1,&quot;type&quot;:&quot;SOLID&quot;},&quot;asideElementText&quot;:{&quot;color&quot;:&quot;#34383D&quot;,&quot;opacity&quot;:1,&quot;type&quot;:&quot;SOLID&quot;},&quot;asideElementTextActive&quot;:{&quot;color&quot;:&quot;#42484E&quot;,&quot;opacity&quot;:1,&quot;type&quot;:&quot;SOLID&quot;},&quot;asideElementTextHover&quot;:{&quot;color&quot;:&quot;#42484E&quot;,&quot;opacity&quot;:1,&quot;type&quot;:&quot;SOLID&quot;},&quot;asideLogoBackground&quot;:{&quot;color&quot;:&quot;#EFF1F2&quot;,&quot;opacity&quot;:1,&quot;type&quot;:&quot;SOLID&quot;},&quot;pageBackground&quot;:{&quot;color&quot;:&quot;#DCDEE0&quot;,&quot;opacity&quot;:1,&quot;type&quot;:&quot;SOLID&quot;},&quot;playerBackground&quot;:{&quot;color&quot;:&quot;#FFFFFF&quot;,&quot;opacity&quot;:1,&quot;type&quot;:&quot;SOLID&quot;},&quot;playerText&quot;:{&quot;color&quot;:&quot;#616870&quot;,&quot;opacity&quot;:1,&quot;type&quot;:&quot;SOLID&quot;},&quot;primaryButtonBackground&quot;:{&quot;color&quot;:&quot;#E94D2A&quot;,&quot;opacity&quot;:1,&quot;type&quot;:&quot;SOLID&quot;},&quot;primaryButtonBackgroundHover&quot;:{&quot;color&quot;:&quot;#D74D2E&quot;,&quot;opacity&quot;:1,&quot;type&quot;:&quot;SOLID&quot;},&quot;primaryButtonBorder&quot;:{&quot;color&quot;:&quot;#E94D2A&quot;,&quot;opacity&quot;:1,&quot;type&quot;:&quot;SOLID&quot;},&quot;primaryButtonBorderHover&quot;:{&quot;color&quot;:&quot;#D74D2E&quot;,&quot;opacity&quot;:1,&quot;type&quot;:&quot;SOLID&quot;},&quot;primaryButtonText&quot;:{&quot;color&quot;:&quot;#FFFFFF&quot;,&quot;opacity&quot;:1,&quot;type&quot;:&quot;SOLID&quot;},&quot;primaryButtonTextHover&quot;:{&quot;color&quot;:&quot;#FFFFFF&quot;,&quot;opacity&quot;:1,&quot;type&quot;:&quot;SOLID&quot;},&quot;secondaryButtonBackground&quot;:{&quot;color&quot;:&quot;#F1F2F4&quot;,&quot;opacity&quot;:1,&quot;type&quot;:&quot;SOLID&quot;},&quot;secondaryButtonBackgroundHover&quot;:{&quot;color&quot;:&quot;#E5E5E5&quot;,&quot;opacity&quot;:1,&quot;type&quot;:&quot;SOLID&quot;},&quot;secondaryButtonBorder&quot;:{&quot;color&quot;:&quot;#F1F2F4&quot;,&quot;opacity&quot;:1,&quot;type&quot;:&quot;SOLID&quot;},&quot;secondaryButtonBorderHover&quot;:{&quot;color&quot;:&quot;#E5E5E5&quot;,&quot;opacity&quot;:1,&quot;type&quot;:&quot;SOLID&quot;},&quot;secondaryButtonText&quot;:{&quot;color&quot;:&quot;#616870&quot;,&quot;opacity&quot;:1,&quot;type&quot;:&quot;SOLID&quot;},&quot;secondaryButtonTextHover&quot;:{&quot;color&quot;:&quot;#616870&quot;,&quot;opacity&quot;:1,&quot;type&quot;:&quot;SOLID&quot;}},&quot;controlPanel&quot;:{&quot;navigationMode&quot;:&quot;bySlides&quot;,&quot;progressBar&quot;:{&quot;enabled&quot;:true,&quot;mode&quot;:&quot;presentationTimeline&quot;,&quot;showLabels&quot;:true,&quot;visible&quot;:true},&quot;showCCButton&quot;:false,&quot;showNextButton&quot;:true,&quot;showOutline&quot;:false,&quot;showPlayPause&quot;:true,&quot;showPlaybackRateButton&quot;:true,&quot;showPrevButton&quot;:true,&quot;showRewind&quot;:false,&quot;showSlideNumbers&quot;:true,&quot;showSlideOnlyButton&quot;:true,&quot;showVolumeControl&quot;:true,&quot;visible&quot;:true},&quot;fontFamily&quot;:&quot;Arial&quot;,&quot;miniskinCustomizationEnabled&quot;:true,&quot;outlinePanel&quot;:{&quot;highlightViewedEntries&quot;:false,&quot;multilevel&quot;:true,&quot;numberEntries&quot;:true,&quot;search&quot;:true,&quot;thumbnails&quot;:true},&quot;sidePanel&quot;:{&quot;showAtLeft&quot;:false,&quot;showLogo&quot;:false,&quot;showNotes&quot;:true,&quot;showOutline&quot;:true,&quot;showPresenterInfo&quot;:false,&quot;showPresenterVideo&quot;:false,&quot;visible&quot;:false},&quot;titlePanel&quot;:{&quot;buttons&quot;:[],&quot;buttonsAtLeft&quot;:true,&quot;courseTitleVisible&quot;:true,&quot;showLogo&quot;:true,&quot;visible&quot;:false},&quot;version&quot;:&quot;1.0&quot;},&quot;skinMessages&quot;:{&quot;PB_ACCESSIBLE_ARIA_LABEL_BACK_TO_BEGIN&quot;:&quot;Rendez-vous au début de la diapositive&quot;,&quot;PB_ACCESSIBLE_ARIA_LABEL_BOTTOM_PANEL&quot;:&quot;Barre inférieure&quot;,&quot;PB_ACCESSIBLE_ARIA_LABEL_NAVIGATION_BUTTONS&quot;:&quot;Boutons de navigation&quot;,&quot;PB_ACCESSIBLE_ARIA_LABEL_SETTINGS&quot;:&quot;Paramètres d'accessibilité&quot;,&quot;PB_ACCESSIBLE_ARIA_LABEL_SLIDE&quot;:&quot;Diapositive&quot;,&quot;PB_ACCESSIBLE_ARIA_LABEL_TOP_PANEL&quot;:&quot;Barre supérieure&quot;,&quot;PB_ACCESSIBLE_AUDIO_NARRATION_LABEL&quot;:&quot;Narration audio&quot;,&quot;PB_ACCESSIBLE_NAVIGATION_NEXT_BUTTON&quot;:&quot;Suivant&quot;,&quot;PB_ACCESSIBLE_NAVIGATION_PREV_BUTTON&quot;:&quot;Précédent&quot;,&quot;PB_ACCESSIBLE_SKIN_ENABLE_ACCESSIBILITY_MODE&quot;:&quot;Activer le mode accessibilité&quot;,&quot;PB_ACCESSIBLE_SKIN_ENABLE_NORMAL_MODE&quot;:&quot;Désactiver le mode accessibilité&quot;,&quot;PB_ACCESSIBLE_SKIN_PRESENTER_PHOTO&quot;:&quot;Photo du présentateur&quot;,&quot;PB_ACCESSIBLE_SLIDE_N_OF_COUNT&quot;:&quot;Diapositive %SLIDE_NUMBER% sur %TOTAL_SLIDES%&quot;,&quot;PB_ACCESSIBLE_VIDEO_NARRATION_LABEL&quot;:&quot;Narration vidéo&quot;,&quot;PB_ACCESSIBLE_WATERMARK_SKIN_CREATED_WITH&quot;:&quot;Créé avec la version d'évaluation iSpring&quot;,&quot;PB_ATTACHMENT_DOCUMENT_SUBTITLE&quot;:&quot;Document&quot;,&quot;PB_ATTACHMENT_FILE_SUBTITLE&quot;:&quot;Fichier&quot;,&quot;PB_ATTACHMENT_IMAGE_SUBTITLE&quot;:&quot;Image&quot;,&quot;PB_ATTACHMENT_LINK_SUBTITLE&quot;:&quot;Lien&quot;,&quot;PB_ATTACHMENT_VIDEO_SUBTITLE&quot;:&quot;Vidéo&quot;,&quot;PB_BACK_TO_APP_BUTTON_LABEL&quot;:&quot;Retour&quot;,&quot;PB_CC_MENU_OFF&quot;:&quot;Désactiver&quot;,&quot;PB_CC_MENU_ON&quot;:&quot;Activer&quot;,&quot;PB_CC_MENU_TITLE&quot;:&quot;Notes&quot;,&quot;PB_CONTROL_PANEL_EXIT_FULL_SCREEN&quot;:&quot;Quitter le plein écran&quot;,&quot;PB_CONTROL_PANEL_FULL_SCREEN&quot;:&quot;Mode plein écran&quot;,&quot;PB_CONTROL_PANEL_NEXT&quot;:&quot;Suivant&quot;,&quot;PB_CONTROL_PANEL_OUTLINE&quot;:&quot;Plan&quot;,&quot;PB_CONTROL_PANEL_PREV&quot;:&quot;Précédent&quot;,&quot;PB_CONTROL_PANEL_REPLAY&quot;:&quot;Rejouer&quot;,&quot;PB_CONTROL_PANEL_SLIDE_COUNTER&quot;:&quot;%SLIDE_NUMBER% sur %TOTAL_SLIDES%&quot;,&quot;PB_CONTROL_PANEL_VOLUME_CONTROL&quot;:&quot;Volume&quot;,&quot;PB_CURRENT_SLIDE_IS_NOT_COMPLETED&quot;:&quot;Vous devez afficher la diapositive complète pour continuer&quot;,&quot;PB_DOMAIN_RESTRICTION&quot;:&quot;Le réalisateur de la présentation a désactivé son affichage sur ce domaine.&quot;,&quot;PB_DRAWING_TOOLS_END_DRAWING&quot;:&quot;Quitter le mode dessin&quot;,&quot;PB_DRAWING_TOOLS_ERASER&quot;:&quot;Effaceur&quot;,&quot;PB_DRAWING_TOOLS_ERASE_ALL&quot;:&quot;Effacer tout&quot;,&quot;PB_DRAWING_TOOLS_HIGHLIGHTER&quot;:&quot;Surligneur&quot;,&quot;PB_DRAWING_TOOLS_PEN&quot;:&quot;Crayon&quot;,&quot;PB_ENTER_PASSWORD&quot;:&quot;Saisir le mot de passe pour visualiser la présentation.&quot;,&quot;PB_INCORRECT_PASSWORD&quot;:&quot;Le mot de passe est incorrect&quot;,&quot;PB_INTERACTION_SLIDE_WINDOW_TEXT&quot;:&quot;Vous devez terminer l'interaction avant de quitter cette diapositive.&quot;,&quot;PB_MESSAGE_BOX_NO&quot;:&quot;Non&quot;,&quot;PB_MESSAGE_BOX_OK&quot;:&quot;OK&quot;,&quot;PB_MESSAGE_BOX_YES&quot;:&quot;Oui&quot;,&quot;PB_NAVIGATION_IS_RESTRICTED&quot;:&quot;Vous ne pouvez accéder qu'aux diapositives vues précédemment.&quot;,&quot;PB_NAVIGATION_IS_SEQUENTIAL&quot;:&quot;Vous devez afficher les diapositives dans l'ordre donné.&quot;,&quot;PB_PLAYBACK_RATE_MENU_CAPTION&quot;:&quot;Vitesse&quot;,&quot;PB_PRECEDING_QUIZ_FAILED_WINDOW_TEXT&quot;:&quot;Vous ne pas avancer parce que vous n'avez pas réussi le quiz à la diapositive %SLIDE_INDEX%.&quot;,&quot;PB_PRECEDING_QUIZ_NOT_COMPLETED_WINDOW_TEXT&quot;:&quot;Vous devez faire le quiz à la diapositive %SLIDE_INDEX% pour avancer.&quot;,&quot;PB_PRECEDING_QUIZ_NOT_PASSED_WINDOW_TEXT&quot;:&quot;Vous devez réussir le quiz à la diapositive %SLIDE_INDEX% pour avancer.&quot;,&quot;PB_PRECEDING_SCENARIO_FAILED_WINDOW_TEXT&quot;:&quot;Vous ne pouvez pas avancer car vous n'avez pas réussi la simulation à la diapositive %SLIDE_INDEX%&quot;,&quot;PB_PRECEDING_SCENARIO_NOT_COMPLETED_WINDOW_TEXT&quot;:&quot;Vous devez faire la simulation à la diapositive %SLIDE_INDEX%  pour avancer.&quot;,&quot;PB_PRECEDING_SCENARIO_NOT_PASSED_WINDOW_TEXT&quot;:&quot;Vous devez réussir la simulation à la diapositive %SLIDE_INDEX% pour avancer.&quot;,&quot;PB_PRESENTER_COLLAPSE_BIO&quot;:&quot;Afficher moins&quot;,&quot;PB_PRESENTER_EMAIL&quot;:&quot;Email&quot;,&quot;PB_PRESENTER_EXPAND_BIO&quot;:&quot;Afficher plus&quot;,&quot;PB_PRESENTER_NO_INFO&quot;:&quot;Aucune info présentateur&quot;,&quot;PB_PRESENTER_WEBSITE&quot;:&quot;Site web&quot;,&quot;PB_QUIZ_SLIDE_WINDOW_TEXT&quot;:&quot;Vous devez faire le quiz avant de quitter cette diapositive.&quot;,&quot;PB_RATE_MENU_CAPTION&quot;:&quot;Vitesse&quot;,&quot;PB_RATE_MENU_DEFAULT_RATE&quot;:&quot;Normal&quot;,&quot;PB_RESUME_PRESENTATION_WINDOW_TEXT&quot;:&quot;Voulez-vous reprendre la présentation à partir de la dernière diapositive affichée ?&quot;,&quot;PB_SCENARIO_SLIDE_WINDOW_TEXT&quot;:&quot;Vous devez terminer la simulation avant de quitter cette diapositive.&quot;,&quot;PB_SEARCH_CANCEL&quot;:&quot;Annuler&quot;,&quot;PB_SEARCH_NO_RESULTS_LABEL&quot;:&quot;Aucun résultat trouvé.&quot;,&quot;PB_SEARCH_PANEL_DEFAULT_TEXT&quot;:&quot;Rechercher …&quot;,&quot;PB_SEARCH_RESULTS_LABEL&quot;:&quot;Résultats de recherche&quot;,&quot;PB_SEARCH_RESULT_IN_NOTES&quot;:&quot;dans les notes&quot;,&quot;PB_SEARCH_RESULT_IN_TEXT_LABEL&quot;:&quot;dans la diapositive&quot;,&quot;PB_SUBTITLES_MENU_CAPTION&quot;:&quot;Sous-titres&quot;,&quot;PB_SUBTITLES_OFF&quot;:&quot;Désactiver&quot;,&quot;PB_TAB_NOTES_LABEL&quot;:&quot;Notes&quot;,&quot;PB_TAB_OUTLINE_LABEL&quot;:&quot;Diapositives&quot;,&quot;PB_TIME_RESTRICTION&quot;:&quot;Désolé, l'auteur du contenu a interdit la visualisation de la présentation pour le moment.&quot;,&quot;PB_TITLE_PANEL_ATTACHMENTS&quot;:&quot;Ressources&quot;,&quot;PB_TITLE_PANEL_MARKER_TOOLS&quot;:&quot;Dessin&quot;,&quot;PB_TITLE_PANEL_NOTES&quot;:&quot;Notes&quot;,&quot;PB_TITLE_PANEL_OUTLINE&quot;:&quot;Plan&quot;,&quot;PB_TITLE_PANEL_PRESENTER_INFO&quot;:&quot;Infos présentateur&quot;,&quot;PB_TREE_CONTROL_LOADING&quot;:&quot;Chargement…&quot;,&quot;PB_VIDEO_WINDOW_NO_VIDEO_LABEL&quot;:&quot;Aucune vidéo&quot;},&quot;playbackAndNavigationSettings&quot;:{&quot;autoStart&quot;:true,&quot;saveAnimationStates&quot;:true,&quot;loopPresentation&quot;:false,&quot;autoPlayAnimations&quot;:false,&quot;autoPlayAnimationsTime&quot;:1,&quot;navigationType&quot;:&quot;FREE&quot;,&quot;resumeMode&quot;:&quot;ALWAYS_START_OVER&quot;,&quot;enableKeyboardNavigation&quot;:true},&quot;keyboardSettings&quot;:&quot;&quot;,&quot;skinVersion&quot;:2,&quot;skinCompatibleVersion&quot;:0,&quot;publishSettings&quot;:{&quot;backgroundColor&quot;:&quot;#DCDEE0&quot;,&quot;playerDimensions&quot;:{&quot;height&quot;:92,&quot;width&quot;:16},&quot;playerModule&quot;:&quot;UniversalHtml&quot;,&quot;presentationContent&quot;:{&quot;metadata&quot;:{&quot;references&quot;:false,&quot;texts&quot;:[&quot;DT_HYPERLINK_TOOLTIP&quot;]},&quot;resources&quot;:{&quot;attachments&quot;:false,&quot;fonts&quot;:[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&quot;,&quot;fontFamily&quot;:&quot;Arial&quot;,&quot;isBold&quot;:fals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b&quot;,&quot;fontFamily&quot;:&quot;Arial&quot;,&quot;isBold&quot;:true,&quot;isItalic&quot;:fals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i&quot;,&quot;fontFamily&quot;:&quot;Arial&quot;,&quot;isBold&quot;:fals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bi&quot;,&quot;fontFamily&quot;:&quot;Arial&quot;,&quot;isBold&quot;:true,&quot;isItalic&quot;:true,&quot;isSemibold&quot;:fals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sb&quot;,&quot;fontFamily&quot;:&quot;Arial&quot;,&quot;isBold&quot;:false,&quot;isItalic&quot;:false,&quot;isSemibold&quot;:true,&quot;substituteFontFamily&quot;:&quot;Arial&quot;},{&quot;charsets&quot;:{&quot;dynamicFormatted&quot;:[&quot;DCT_INTERACTIVITY_TEXT&quot;,&quot;DCT_INTERACTIVITY_SEMIBOLD_TEXT&quot;],&quot;dynamicPlain&quot;:[&quot;DCT_HYPERLINK_TOOLTIP&quot;],&quot;static&quot;:[&quot;Précédent&quot;,&quot;Suivant&quot;,&quot;Mode plein écran&quot;,&quot;Quitter le plein écran&quot;,&quot;0123456789.,x&quot;,&quot;Vitesse&quot;,&quot;Normal&quot;,&quot;Volume&quot;,&quot;%SLIDE_NUMBER% sur %TOTAL_SLIDES%&quot;,&quot;Oui&quot;,&quot;Non&quot;,&quot;OK&quot;,&quot;Voulez-vous reprendre la présentation à partir de la dernière diapositive affichée ?&quot;,&quot;Vous devez afficher la diapositive complète pour continuer&quot;,&quot;Vous ne pouvez accéder qu'aux diapositives vues précédemment.&quot;,&quot;Vous devez afficher les diapositives dans l'ordre donné.&quot;,&quot;Vous devez faire le quiz avant de quitter cette diapositive.&quot;,&quot;Vous devez réussir le quiz à la diapositive %SLIDE_INDEX% pour avancer.&quot;,&quot;Vous devez faire le quiz à la diapositive %SLIDE_INDEX% pour avancer.&quot;,&quot;Vous ne pas avancer parce que vous n'avez pas réussi le quiz à la diapositive %SLIDE_INDEX%.&quot;,&quot;Vous devez terminer l'interaction avant de quitter cette diapositive.&quot;,&quot;Vous devez terminer la simulation avant de quitter cette diapositive.&quot;,&quot;Vous devez réussir la simulation à la diapositive %SLIDE_INDEX% pour avancer.&quot;,&quot;Vous devez faire la simulation à la diapositive %SLIDE_INDEX%  pour avancer.&quot;,&quot;Vous ne pouvez pas avancer car vous n'avez pas réussi la simulation à la diapositive %SLIDE_INDEX%&quot;,&quot;Saisir le mot de passe pour visualiser la présentation.&quot;,&quot;Le mot de passe est incorrect&quot;,&quot;Le réalisateur de la présentation a désactivé son affichage sur ce domaine.&quot;,&quot;Désolé, l'auteur du contenu a interdit la visualisation de la présentation pour le moment.&quot;,&quot;Retour&quot;]},&quot;embedName&quot;:&quot;PFnsbi&quot;,&quot;fontFamily&quot;:&quot;Arial&quot;,&quot;isBold&quot;:false,&quot;isItalic&quot;:true,&quot;isSemibold&quot;:true,&quot;substituteFontFamily&quot;:&quot;Arial&quot;}],&quot;interactivity&quot;:{&quot;fullSupport&quot;:true},&quot;slideThumbnails&quot;:{&quot;enlargeToFit&quot;:false,&quot;height&quot;:59,&quot;jpegQuality&quot;:100,&quot;keepAspectRatio&quot;:true,&quot;width&quot;:78}}}},&quot;ceipData&quot;:{&quot;enableMiniSkinCustomization&quot;:true,&quot;playerLayout&quot;:&quot;custom&quot;,&quot;playerLayoutFooter&quot;:&quot;playAndPause,acceleration,fullscreen,volumeControl,slideNumber,goToPrev,goToNext&quot;,&quot;playerLayoutHeader&quot;:&quot;&quot;,&quot;playerLayoutHeaderButtonsPosition&quot;:&quot;&quot;,&quot;playerLayoutOutline&quot;:&quot;enableSearch,showThumbnails,showSlideNumber,enableMultilevel&quot;,&quot;playerLayoutProgress&quot;:&quot;enabledNavigation,showLabels&quot;,&quot;playerLayoutProgressMode&quot;:&quot;presentationTimeline&quot;,&quot;playerLayoutSidebar&quot;:&quot;&quot;,&quot;playerLayoutSidebarPosition&quot;:&quot;&quot;,&quot;playerMessages&quot;:&quot;custom&quot;,&quot;playerNavigationAutoStart&quot;:true,&quot;playerNavigationEnableKeyboardNavigation&quot;:true,&quot;playerNavigationMode&quot;:&quot;bySlides&quot;,&quot;playerNavigationOnRestart&quot;:&quot;never&quot;,&quot;playerNavigationSaveAnimationStates&quot;:true,&quot;playerNavigationType&quot;:&quot;free&quot;,&quot;playerTheme&quot;:&quot;custom&quot;,&quot;playerThemeBorderRadius&quot;:10,&quot;playerThemeColorScheme&quot;:&quot;custom&quot;,&quot;playerThemeFont&quot;:&quot;Arial&quot;}}}"/>
  <p:tag name="ISPRING_PUBLISH_SETTINGS" val="{&quot;commonSettings&quot;:{&quot;webSettings&quot;:{&quot;useMobileViewer&quot;:&quot;T_FALSE&quot;},&quot;lmsSettings&quot;:{&quot;useMobileViewer&quot;:&quot;T_FALSE&quot;},&quot;cloudSettings&quot;:{&quot;useMobileViewer&quot;:&quot;T_FALSE&quot;},&quot;ispringLmsSettings&quot;:{&quot;useMobileViewer&quot;:&quot;T_FALSE&quot;},&quot;playerId&quot;:&quot;universal&quot;,&quot;studioSettings&quot;:{&quot;useMobileViewer&quot;:&quot;T_FALSE&quot;}},&quot;advancedSettings&quot;:{&quot;enableTextAllocation&quot;:&quot;T_TRUE&quot;,&quot;viewingFromLocalDrive&quot;:&quot;T_TRUE&quot;,&quot;contentScale&quot;:75,&quot;contentScaleMode&quot;:&quot;FIT_TO_WINDOW&quot;},&quot;accessibilitySettings&quot;:{&quot;enabled&quot;:&quot;T_TRUE&quot;,&quot;language&quot;:&quot;FR&quot;},&quot;compressionSettings&quot;:{&quot;imageSettings&quot;:{&quot;jpegQuality&quot;:70,&quot;optimizeImageForResolution&quot;:&quot;T_FALSE&quot;},&quot;audioQuality&quot;:70,&quot;videoQuality&quot;:65},&quot;protectionSettings&quot;:{&quot;watermarkEnabled&quot;:&quot;T_FALSE&quot;,&quot;watermarkPosition&quot;:&quot;MIDDLE_CENTER&quot;,&quot;openWatermarkUrl&quot;:&quot;T_FALSE&quot;,&quot;openWatermarkWebPageInNewWindow&quot;:&quot;T_FALSE&quot;,&quot;displayAfterEnabled&quot;:&quot;T_FALSE&quot;,&quot;displayUntilEnabled&quot;:&quot;T_FALSE&quot;,&quot;domainRestrictionEnabled&quot;:&quot;T_FALSE&quot;,&quot;enablePassword&quot;:&quot;T_FALSE&quot;},&quot;videoSettings&quot;:{&quot;videoCompressionSettings&quot;:{&quot;audioQuality&quot;:70,&quot;videoQuality&quot;:75},&quot;secondsOnEachSlide&quot;:5,&quot;hostingSettings&quot;:{}},&quot;ispringOnlineSettings&quot;:{&quot;onlineDestinationFolderId&quot;:&quot;1&quot;},&quot;cloudSettings&quot;:{&quot;onlineDestinationFolderId&quot;:&quot;1&quot;},&quot;publishDestination&quot;:&quot;LMS&quot;,&quot;wordSettings&quot;:{&quot;printCopies&quot;:1},&quot;studioSettings&quot;:{&quot;onlineDestinationFolderId&quot;:&quot;1&quot;,&quot;uploadSources&quot;:true}}"/>
  <p:tag name="ISPRING_SCORM_PASSING_SCORE" val="8.000000"/>
  <p:tag name="ISPRING_SCORM_ENDPOINT" val="&lt;endpoint&gt;&lt;enable&gt;0&lt;/enable&gt;&lt;lrs&gt;https://&lt;/lrs&gt;&lt;auth&gt;0&lt;/auth&gt;&lt;login&gt;&lt;/login&gt;&lt;password&gt;&lt;/password&gt;&lt;key&gt;&lt;/key&gt;&lt;name&gt;&lt;/name&gt;&lt;email&gt;&lt;/email&gt;&lt;/endpoint&gt;&#10;"/>
  <p:tag name="ISPRING_SCORM_USE_CUSTOM_PASSING_SCORE" val="1"/>
  <p:tag name="ISPRING_OUTPUT_FOLDER" val="[[&quot;\u000FzS\uFFFD{89884BD1-4DC7-45C6-AE5A-9A280307A496}&quot;,&quot;C:\\Users\\conta\\OneDrive\\0_Oneduc.Fr\\2_Ispring\\01_Branchements\\01_AllumerUnAppareil&quot;],[&quot;\u000FzS\uFFFD{0B1BCE31-EFDB-454C-9B13-9FA5FC48BC0E}&quot;,&quot;C:\\Users\\conta\\OneDrive\\0_Oneduc.Fr\\Ispring&quot;],[&quot;%\uFFFD\uFFFD\uFFFD{5C7E5B93-7847-4600-857F-B2ADE821F436}&quot;,&quot;C:\\Users\\losta\\OneDrive - Onéduc.fr\\0_Oneduc.Fr\\Ispring&quot;]]"/>
  <p:tag name="ISPRING_TERMINATE_LESSON_ON_TIMEOUT" val="0"/>
  <p:tag name="ISPRING_SHOW_MESSAGE_ON_TIMEOUT" val="0"/>
  <p:tag name="ISPRING_SCREEN_RECS_UPDATED" val="C:\Users\conta\OneDrive\0_Oneduc.Fr\2_Ispring\01_Branchements\01_AllumerUnAppareil\TEST1\"/>
  <p:tag name="ISPRING_RESOURCE_FOLDER" val="C:\Users\conta\OneDrive\0_Oneduc.Fr\2_Ispring\01_Branchements\01_AllumerUnAppareil\TEST1\"/>
  <p:tag name="ISPRING_PRESENTATION_PATH" val="C:\Users\conta\OneDrive\0_Oneduc.Fr\2_Ispring\01_Branchements\01_AllumerUnAppareil\TEST1.pptx"/>
  <p:tag name="ISPRING_ULTRA_SCORM_COURCE_TITLE" val="TEST"/>
  <p:tag name="ISPRING_SCORM_REPORT_STATUS" val="0"/>
  <p:tag name="ISPRING_PRESENTATION_TITLE" val="TEST"/>
  <p:tag name="ISPRING_SCORM_RATE_QUIZZES" val="0"/>
  <p:tag name="ISPRING_UUID" val="{3743ADDB-8021-4C04-BB66-591BD41E5C44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36DBC0CE-8FDC-4AE3-9EBD-8AC64D1205D3}:25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5.000"/>
  <p:tag name="ISPRING_CUSTOM_TIMING_USED" val="1"/>
  <p:tag name="ISPRING_SLIDE_ID_2" val="{4685AD90-111D-4EF9-80D1-5451E8B95AC0}"/>
  <p:tag name="GENSWF_SLIDE_UID" val="{D9E72E5C-7B68-4709-B644-92EDD17728E7}:260"/>
  <p:tag name="ISPRING_SLIDE_HAS_WEB_OBJECT" val="1"/>
</p:tagLst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F2D509C3C4E14E9765E87B8D785738" ma:contentTypeVersion="3" ma:contentTypeDescription="Crée un document." ma:contentTypeScope="" ma:versionID="ff7ffaa7811d147fc9917dbe585c6e74">
  <xsd:schema xmlns:xsd="http://www.w3.org/2001/XMLSchema" xmlns:xs="http://www.w3.org/2001/XMLSchema" xmlns:p="http://schemas.microsoft.com/office/2006/metadata/properties" xmlns:ns2="32b98a63-6a5b-4ce8-924e-1f02993da48c" targetNamespace="http://schemas.microsoft.com/office/2006/metadata/properties" ma:root="true" ma:fieldsID="e82a204e30ad43581fd549220ee5d5dc" ns2:_="">
    <xsd:import namespace="32b98a63-6a5b-4ce8-924e-1f02993da48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2b98a63-6a5b-4ce8-924e-1f02993da48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D6759ED-882E-4466-8A85-DA7E2DC78D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85137EC1-6BB7-4FA9-939E-4D667F2D51E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2b98a63-6a5b-4ce8-924e-1f02993da48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413CF7-0485-443B-8429-C232938279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2864</TotalTime>
  <Words>135</Words>
  <Application>Microsoft Office PowerPoint</Application>
  <PresentationFormat>Grand écran</PresentationFormat>
  <Paragraphs>24</Paragraphs>
  <Slides>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2" baseType="lpstr">
      <vt:lpstr>Arial</vt:lpstr>
      <vt:lpstr>Calibri</vt:lpstr>
      <vt:lpstr>Calibri Light</vt:lpstr>
      <vt:lpstr>New Rubrik</vt:lpstr>
      <vt:lpstr>Raleway</vt:lpstr>
      <vt:lpstr>Roboto</vt:lpstr>
      <vt:lpstr>Thème Office</vt:lpstr>
      <vt:lpstr>Qu’est-ce qu’Internet ? Internet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</dc:title>
  <dc:creator>Asso. Oneduc.fr</dc:creator>
  <cp:lastModifiedBy>Laurent STAELENS</cp:lastModifiedBy>
  <cp:revision>44</cp:revision>
  <dcterms:created xsi:type="dcterms:W3CDTF">2023-06-28T12:03:22Z</dcterms:created>
  <dcterms:modified xsi:type="dcterms:W3CDTF">2026-02-28T16:55:57Z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0x010100D0F2D509C3C4E14E9765E87B8D785738</vt:lpwstr>
  </property>
</Properties>
</file>